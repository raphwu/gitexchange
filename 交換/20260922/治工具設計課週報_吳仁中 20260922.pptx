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12"/>
  </p:notesMasterIdLst>
  <p:handoutMasterIdLst>
    <p:handoutMasterId r:id="rId13"/>
  </p:handoutMasterIdLst>
  <p:sldIdLst>
    <p:sldId id="1161" r:id="rId2"/>
    <p:sldId id="1773" r:id="rId3"/>
    <p:sldId id="1813" r:id="rId4"/>
    <p:sldId id="1821" r:id="rId5"/>
    <p:sldId id="1771" r:id="rId6"/>
    <p:sldId id="1817" r:id="rId7"/>
    <p:sldId id="1818" r:id="rId8"/>
    <p:sldId id="1819" r:id="rId9"/>
    <p:sldId id="1815" r:id="rId10"/>
    <p:sldId id="1820" r:id="rId11"/>
  </p:sldIdLst>
  <p:sldSz cx="9144000" cy="6858000" type="screen4x3"/>
  <p:notesSz cx="9866313" cy="142954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227519E2-A0D3-4B5B-94BE-A13338663232}">
          <p14:sldIdLst>
            <p14:sldId id="1161"/>
            <p14:sldId id="1773"/>
            <p14:sldId id="1813"/>
            <p14:sldId id="1821"/>
            <p14:sldId id="1771"/>
          </p14:sldIdLst>
        </p14:section>
        <p14:section name="旋入機" id="{6E21C94B-659B-486C-8749-ABB8554147FA}">
          <p14:sldIdLst/>
        </p14:section>
        <p14:section name="切割機" id="{C4586997-6D46-442B-8509-C2FA808EFB70}">
          <p14:sldIdLst/>
        </p14:section>
        <p14:section name="PHC" id="{E3ECE8C6-B7B5-42D9-AEE8-5A5463C8C177}">
          <p14:sldIdLst>
            <p14:sldId id="1817"/>
            <p14:sldId id="1818"/>
            <p14:sldId id="1819"/>
          </p14:sldIdLst>
        </p14:section>
        <p14:section name="FAU" id="{CDCCF024-9AFD-4733-818B-F522D487D7EF}">
          <p14:sldIdLst/>
        </p14:section>
        <p14:section name="改機/維修" id="{61EABBFE-1824-4B3D-92C1-02F542C96554}">
          <p14:sldIdLst>
            <p14:sldId id="1815"/>
            <p14:sldId id="1820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07">
          <p15:clr>
            <a:srgbClr val="A4A3A4"/>
          </p15:clr>
        </p15:guide>
        <p15:guide id="2" pos="2122">
          <p15:clr>
            <a:srgbClr val="A4A3A4"/>
          </p15:clr>
        </p15:guide>
        <p15:guide id="3" orient="horz" pos="4502">
          <p15:clr>
            <a:srgbClr val="A4A3A4"/>
          </p15:clr>
        </p15:guide>
        <p15:guide id="4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A7D1"/>
    <a:srgbClr val="FF9900"/>
    <a:srgbClr val="006666"/>
    <a:srgbClr val="008000"/>
    <a:srgbClr val="FF0066"/>
    <a:srgbClr val="FF3300"/>
    <a:srgbClr val="FFFF99"/>
    <a:srgbClr val="FF00FF"/>
    <a:srgbClr val="FFFF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C1456-0958-48D9-885B-4E3972013589}" v="246" dt="2026-08-17T20:17:21.2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929F9F4-4A8F-4326-A1B4-22849713DDAB}" styleName="深色樣式 1 - 輔色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27F97BB-C833-4FB7-BDE5-3F7075034690}" styleName="佈景主題樣式 2 - 輔色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深色樣式 1 - 輔色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佈景主題樣式 2 - 輔色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034E78-7F5D-4C2E-B375-FC64B27BC917}" styleName="深色樣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04" autoAdjust="0"/>
    <p:restoredTop sz="94084" autoAdjust="0"/>
  </p:normalViewPr>
  <p:slideViewPr>
    <p:cSldViewPr>
      <p:cViewPr varScale="1">
        <p:scale>
          <a:sx n="108" d="100"/>
          <a:sy n="108" d="100"/>
        </p:scale>
        <p:origin x="-223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-1950" y="-108"/>
      </p:cViewPr>
      <p:guideLst>
        <p:guide orient="horz" pos="3107"/>
        <p:guide orient="horz" pos="4502"/>
        <p:guide pos="2122"/>
        <p:guide pos="31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phael Wu" userId="222e91bd63df5811" providerId="LiveId" clId="{534A9F1F-5294-42C7-A279-6BCD5E88610A}"/>
    <pc:docChg chg="undo redo custSel addSld delSld modSld modSection">
      <pc:chgData name="Raphael Wu" userId="222e91bd63df5811" providerId="LiveId" clId="{534A9F1F-5294-42C7-A279-6BCD5E88610A}" dt="2026-08-17T20:17:21.258" v="1191" actId="478"/>
      <pc:docMkLst>
        <pc:docMk/>
      </pc:docMkLst>
      <pc:sldChg chg="modSp mod">
        <pc:chgData name="Raphael Wu" userId="222e91bd63df5811" providerId="LiveId" clId="{534A9F1F-5294-42C7-A279-6BCD5E88610A}" dt="2026-08-17T20:15:52.610" v="1183"/>
        <pc:sldMkLst>
          <pc:docMk/>
          <pc:sldMk cId="502768695" sldId="1773"/>
        </pc:sldMkLst>
        <pc:graphicFrameChg chg="mod modGraphic">
          <ac:chgData name="Raphael Wu" userId="222e91bd63df5811" providerId="LiveId" clId="{534A9F1F-5294-42C7-A279-6BCD5E88610A}" dt="2026-08-17T20:15:52.610" v="1183"/>
          <ac:graphicFrameMkLst>
            <pc:docMk/>
            <pc:sldMk cId="502768695" sldId="1773"/>
            <ac:graphicFrameMk id="13" creationId="{00000000-0000-0000-0000-000000000000}"/>
          </ac:graphicFrameMkLst>
        </pc:graphicFrameChg>
      </pc:sldChg>
      <pc:sldChg chg="delSp mod">
        <pc:chgData name="Raphael Wu" userId="222e91bd63df5811" providerId="LiveId" clId="{534A9F1F-5294-42C7-A279-6BCD5E88610A}" dt="2026-08-17T20:17:02.882" v="1184" actId="478"/>
        <pc:sldMkLst>
          <pc:docMk/>
          <pc:sldMk cId="1299388070" sldId="1802"/>
        </pc:sldMkLst>
        <pc:spChg chg="del">
          <ac:chgData name="Raphael Wu" userId="222e91bd63df5811" providerId="LiveId" clId="{534A9F1F-5294-42C7-A279-6BCD5E88610A}" dt="2026-08-17T20:17:02.882" v="1184" actId="478"/>
          <ac:spMkLst>
            <pc:docMk/>
            <pc:sldMk cId="1299388070" sldId="1802"/>
            <ac:spMk id="7" creationId="{00000000-0000-0000-0000-000000000000}"/>
          </ac:spMkLst>
        </pc:spChg>
        <pc:spChg chg="del">
          <ac:chgData name="Raphael Wu" userId="222e91bd63df5811" providerId="LiveId" clId="{534A9F1F-5294-42C7-A279-6BCD5E88610A}" dt="2026-08-17T20:17:02.882" v="1184" actId="478"/>
          <ac:spMkLst>
            <pc:docMk/>
            <pc:sldMk cId="1299388070" sldId="1802"/>
            <ac:spMk id="11" creationId="{00000000-0000-0000-0000-000000000000}"/>
          </ac:spMkLst>
        </pc:spChg>
        <pc:spChg chg="del">
          <ac:chgData name="Raphael Wu" userId="222e91bd63df5811" providerId="LiveId" clId="{534A9F1F-5294-42C7-A279-6BCD5E88610A}" dt="2026-08-17T20:17:02.882" v="1184" actId="478"/>
          <ac:spMkLst>
            <pc:docMk/>
            <pc:sldMk cId="1299388070" sldId="1802"/>
            <ac:spMk id="30" creationId="{00000000-0000-0000-0000-000000000000}"/>
          </ac:spMkLst>
        </pc:spChg>
        <pc:spChg chg="del">
          <ac:chgData name="Raphael Wu" userId="222e91bd63df5811" providerId="LiveId" clId="{534A9F1F-5294-42C7-A279-6BCD5E88610A}" dt="2026-08-17T20:17:02.882" v="1184" actId="478"/>
          <ac:spMkLst>
            <pc:docMk/>
            <pc:sldMk cId="1299388070" sldId="1802"/>
            <ac:spMk id="31" creationId="{00000000-0000-0000-0000-000000000000}"/>
          </ac:spMkLst>
        </pc:spChg>
        <pc:cxnChg chg="del">
          <ac:chgData name="Raphael Wu" userId="222e91bd63df5811" providerId="LiveId" clId="{534A9F1F-5294-42C7-A279-6BCD5E88610A}" dt="2026-08-17T20:17:02.882" v="1184" actId="478"/>
          <ac:cxnSpMkLst>
            <pc:docMk/>
            <pc:sldMk cId="1299388070" sldId="1802"/>
            <ac:cxnSpMk id="9" creationId="{00000000-0000-0000-0000-000000000000}"/>
          </ac:cxnSpMkLst>
        </pc:cxnChg>
        <pc:cxnChg chg="del">
          <ac:chgData name="Raphael Wu" userId="222e91bd63df5811" providerId="LiveId" clId="{534A9F1F-5294-42C7-A279-6BCD5E88610A}" dt="2026-08-17T20:17:02.882" v="1184" actId="478"/>
          <ac:cxnSpMkLst>
            <pc:docMk/>
            <pc:sldMk cId="1299388070" sldId="1802"/>
            <ac:cxnSpMk id="14" creationId="{00000000-0000-0000-0000-000000000000}"/>
          </ac:cxnSpMkLst>
        </pc:cxnChg>
        <pc:cxnChg chg="del">
          <ac:chgData name="Raphael Wu" userId="222e91bd63df5811" providerId="LiveId" clId="{534A9F1F-5294-42C7-A279-6BCD5E88610A}" dt="2026-08-17T20:17:02.882" v="1184" actId="478"/>
          <ac:cxnSpMkLst>
            <pc:docMk/>
            <pc:sldMk cId="1299388070" sldId="1802"/>
            <ac:cxnSpMk id="22" creationId="{00000000-0000-0000-0000-000000000000}"/>
          </ac:cxnSpMkLst>
        </pc:cxnChg>
        <pc:cxnChg chg="del">
          <ac:chgData name="Raphael Wu" userId="222e91bd63df5811" providerId="LiveId" clId="{534A9F1F-5294-42C7-A279-6BCD5E88610A}" dt="2026-08-17T20:17:02.882" v="1184" actId="478"/>
          <ac:cxnSpMkLst>
            <pc:docMk/>
            <pc:sldMk cId="1299388070" sldId="1802"/>
            <ac:cxnSpMk id="25" creationId="{00000000-0000-0000-0000-000000000000}"/>
          </ac:cxnSpMkLst>
        </pc:cxnChg>
        <pc:cxnChg chg="del">
          <ac:chgData name="Raphael Wu" userId="222e91bd63df5811" providerId="LiveId" clId="{534A9F1F-5294-42C7-A279-6BCD5E88610A}" dt="2026-08-17T20:17:02.882" v="1184" actId="478"/>
          <ac:cxnSpMkLst>
            <pc:docMk/>
            <pc:sldMk cId="1299388070" sldId="1802"/>
            <ac:cxnSpMk id="28" creationId="{00000000-0000-0000-0000-000000000000}"/>
          </ac:cxnSpMkLst>
        </pc:cxnChg>
      </pc:sldChg>
      <pc:sldChg chg="del">
        <pc:chgData name="Raphael Wu" userId="222e91bd63df5811" providerId="LiveId" clId="{534A9F1F-5294-42C7-A279-6BCD5E88610A}" dt="2026-08-17T20:17:09.866" v="1185" actId="2696"/>
        <pc:sldMkLst>
          <pc:docMk/>
          <pc:sldMk cId="1169137882" sldId="1807"/>
        </pc:sldMkLst>
      </pc:sldChg>
      <pc:sldChg chg="delSp">
        <pc:chgData name="Raphael Wu" userId="222e91bd63df5811" providerId="LiveId" clId="{534A9F1F-5294-42C7-A279-6BCD5E88610A}" dt="2026-08-17T20:17:21.258" v="1191" actId="478"/>
        <pc:sldMkLst>
          <pc:docMk/>
          <pc:sldMk cId="1638500657" sldId="1808"/>
        </pc:sldMkLst>
        <pc:picChg chg="del">
          <ac:chgData name="Raphael Wu" userId="222e91bd63df5811" providerId="LiveId" clId="{534A9F1F-5294-42C7-A279-6BCD5E88610A}" dt="2026-08-17T20:17:20.896" v="1190" actId="478"/>
          <ac:picMkLst>
            <pc:docMk/>
            <pc:sldMk cId="1638500657" sldId="1808"/>
            <ac:picMk id="3074" creationId="{00000000-0000-0000-0000-000000000000}"/>
          </ac:picMkLst>
        </pc:picChg>
        <pc:picChg chg="del">
          <ac:chgData name="Raphael Wu" userId="222e91bd63df5811" providerId="LiveId" clId="{534A9F1F-5294-42C7-A279-6BCD5E88610A}" dt="2026-08-17T20:17:21.258" v="1191" actId="478"/>
          <ac:picMkLst>
            <pc:docMk/>
            <pc:sldMk cId="1638500657" sldId="1808"/>
            <ac:picMk id="3075" creationId="{00000000-0000-0000-0000-000000000000}"/>
          </ac:picMkLst>
        </pc:picChg>
      </pc:sldChg>
      <pc:sldChg chg="delSp">
        <pc:chgData name="Raphael Wu" userId="222e91bd63df5811" providerId="LiveId" clId="{534A9F1F-5294-42C7-A279-6BCD5E88610A}" dt="2026-08-17T20:17:17.108" v="1189" actId="478"/>
        <pc:sldMkLst>
          <pc:docMk/>
          <pc:sldMk cId="2734987746" sldId="1810"/>
        </pc:sldMkLst>
        <pc:grpChg chg="del">
          <ac:chgData name="Raphael Wu" userId="222e91bd63df5811" providerId="LiveId" clId="{534A9F1F-5294-42C7-A279-6BCD5E88610A}" dt="2026-08-17T20:17:16.225" v="1188" actId="478"/>
          <ac:grpSpMkLst>
            <pc:docMk/>
            <pc:sldMk cId="2734987746" sldId="1810"/>
            <ac:grpSpMk id="3" creationId="{00000000-0000-0000-0000-000000000000}"/>
          </ac:grpSpMkLst>
        </pc:grpChg>
        <pc:grpChg chg="del">
          <ac:chgData name="Raphael Wu" userId="222e91bd63df5811" providerId="LiveId" clId="{534A9F1F-5294-42C7-A279-6BCD5E88610A}" dt="2026-08-17T20:17:17.108" v="1189" actId="478"/>
          <ac:grpSpMkLst>
            <pc:docMk/>
            <pc:sldMk cId="2734987746" sldId="1810"/>
            <ac:grpSpMk id="4" creationId="{00000000-0000-0000-0000-000000000000}"/>
          </ac:grpSpMkLst>
        </pc:grpChg>
      </pc:sldChg>
      <pc:sldChg chg="delSp">
        <pc:chgData name="Raphael Wu" userId="222e91bd63df5811" providerId="LiveId" clId="{534A9F1F-5294-42C7-A279-6BCD5E88610A}" dt="2026-08-17T20:17:13.988" v="1187" actId="478"/>
        <pc:sldMkLst>
          <pc:docMk/>
          <pc:sldMk cId="1693653662" sldId="1811"/>
        </pc:sldMkLst>
        <pc:picChg chg="del">
          <ac:chgData name="Raphael Wu" userId="222e91bd63df5811" providerId="LiveId" clId="{534A9F1F-5294-42C7-A279-6BCD5E88610A}" dt="2026-08-17T20:17:13.988" v="1187" actId="478"/>
          <ac:picMkLst>
            <pc:docMk/>
            <pc:sldMk cId="1693653662" sldId="1811"/>
            <ac:picMk id="5122" creationId="{00000000-0000-0000-0000-000000000000}"/>
          </ac:picMkLst>
        </pc:picChg>
        <pc:picChg chg="del">
          <ac:chgData name="Raphael Wu" userId="222e91bd63df5811" providerId="LiveId" clId="{534A9F1F-5294-42C7-A279-6BCD5E88610A}" dt="2026-08-17T20:17:13.389" v="1186" actId="478"/>
          <ac:picMkLst>
            <pc:docMk/>
            <pc:sldMk cId="1693653662" sldId="1811"/>
            <ac:picMk id="5123" creationId="{00000000-0000-0000-0000-000000000000}"/>
          </ac:picMkLst>
        </pc:pic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276255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t" anchorCtr="0" compatLnSpc="1">
            <a:prstTxWarp prst="textNoShape">
              <a:avLst/>
            </a:prstTxWarp>
          </a:bodyPr>
          <a:lstStyle>
            <a:lvl1pPr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7733" y="1"/>
            <a:ext cx="4276254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t" anchorCtr="0" compatLnSpc="1">
            <a:prstTxWarp prst="textNoShape">
              <a:avLst/>
            </a:prstTxWarp>
          </a:bodyPr>
          <a:lstStyle>
            <a:lvl1pPr algn="r"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13580091"/>
            <a:ext cx="4276255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b" anchorCtr="0" compatLnSpc="1">
            <a:prstTxWarp prst="textNoShape">
              <a:avLst/>
            </a:prstTxWarp>
          </a:bodyPr>
          <a:lstStyle>
            <a:lvl1pPr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7733" y="13580091"/>
            <a:ext cx="4276254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b" anchorCtr="0" compatLnSpc="1">
            <a:prstTxWarp prst="textNoShape">
              <a:avLst/>
            </a:prstTxWarp>
          </a:bodyPr>
          <a:lstStyle>
            <a:lvl1pPr algn="r"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fld id="{A61D345C-E68B-4329-AC0F-C4C3B9CF378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002216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276255" cy="71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>
            <a:lvl1pPr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7733" y="1"/>
            <a:ext cx="4276254" cy="71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>
            <a:lvl1pPr algn="r"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62075" y="1074738"/>
            <a:ext cx="7145338" cy="5359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5934" y="6790045"/>
            <a:ext cx="7894446" cy="643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13577791"/>
            <a:ext cx="4276255" cy="715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b" anchorCtr="0" compatLnSpc="1">
            <a:prstTxWarp prst="textNoShape">
              <a:avLst/>
            </a:prstTxWarp>
          </a:bodyPr>
          <a:lstStyle>
            <a:lvl1pPr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7733" y="13577791"/>
            <a:ext cx="4276254" cy="715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b" anchorCtr="0" compatLnSpc="1">
            <a:prstTxWarp prst="textNoShape">
              <a:avLst/>
            </a:prstTxWarp>
          </a:bodyPr>
          <a:lstStyle>
            <a:lvl1pPr algn="r"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fld id="{D7998E3E-5623-489C-8648-2C38346DFE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09662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998E3E-5623-489C-8648-2C38346DFE17}" type="slidenum">
              <a:rPr lang="zh-TW" altLang="en-US" smtClean="0"/>
              <a:pPr>
                <a:defRPr/>
              </a:pPr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1132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</p:grpSp>
      </p:grpSp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3657600" y="3138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TW" altLang="en-US"/>
          </a:p>
        </p:txBody>
      </p:sp>
      <p:graphicFrame>
        <p:nvGraphicFramePr>
          <p:cNvPr id="19" name="Object 24"/>
          <p:cNvGraphicFramePr>
            <a:graphicFrameLocks noChangeAspect="1"/>
          </p:cNvGraphicFramePr>
          <p:nvPr/>
        </p:nvGraphicFramePr>
        <p:xfrm>
          <a:off x="152400" y="304800"/>
          <a:ext cx="2895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" name="Photo Editor 影像 " r:id="rId3" imgW="11050542" imgH="2095793" progId="MSPhotoEd.3">
                  <p:embed/>
                </p:oleObj>
              </mc:Choice>
              <mc:Fallback>
                <p:oleObj name="Photo Editor 影像 " r:id="rId3" imgW="11050542" imgH="2095793" progId="MSPhotoEd.3">
                  <p:embed/>
                  <p:pic>
                    <p:nvPicPr>
                      <p:cNvPr id="1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04800"/>
                        <a:ext cx="2895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3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  <a:ea typeface="新細明體" charset="-120"/>
              </a:defRPr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73013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>
                <a:ea typeface="新細明體" charset="-120"/>
              </a:defRPr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20" name="Rectangle 16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 b="0"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1" name="Rectangle 1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" name="Rectangle 18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b="0">
                <a:ea typeface="+mn-ea"/>
              </a:defRPr>
            </a:lvl1pPr>
          </a:lstStyle>
          <a:p>
            <a:pPr>
              <a:defRPr/>
            </a:pPr>
            <a:fld id="{77A7E8C0-9A0D-4D03-A977-6C665D9EACC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635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38765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1148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4771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矩形 7"/>
          <p:cNvSpPr/>
          <p:nvPr userDrawn="1"/>
        </p:nvSpPr>
        <p:spPr bwMode="auto">
          <a:xfrm>
            <a:off x="304800" y="5969726"/>
            <a:ext cx="8686800" cy="838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175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83833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752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5399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22103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6898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334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3340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04078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1905000"/>
            <a:ext cx="8229600" cy="3886200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17485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3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3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3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3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  <p:sp>
          <p:nvSpPr>
            <p:cNvPr id="104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4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4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  <p:sp>
          <p:nvSpPr>
            <p:cNvPr id="104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</p:grp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Enabling Your Success</a:t>
            </a:r>
            <a:endParaRPr lang="zh-TW" altLang="en-US"/>
          </a:p>
        </p:txBody>
      </p:sp>
      <p:sp>
        <p:nvSpPr>
          <p:cNvPr id="1030" name="Rectangle 17"/>
          <p:cNvSpPr>
            <a:spLocks noChangeArrowheads="1"/>
          </p:cNvSpPr>
          <p:nvPr/>
        </p:nvSpPr>
        <p:spPr bwMode="auto">
          <a:xfrm>
            <a:off x="3657600" y="3138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TW" altLang="en-US"/>
          </a:p>
        </p:txBody>
      </p:sp>
      <p:sp>
        <p:nvSpPr>
          <p:cNvPr id="1032" name="Text Box 24"/>
          <p:cNvSpPr txBox="1">
            <a:spLocks noChangeArrowheads="1"/>
          </p:cNvSpPr>
          <p:nvPr/>
        </p:nvSpPr>
        <p:spPr bwMode="auto">
          <a:xfrm>
            <a:off x="6096000" y="152400"/>
            <a:ext cx="2819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400">
                <a:solidFill>
                  <a:schemeClr val="accent2"/>
                </a:solidFill>
                <a:ea typeface="標楷體" pitchFamily="65" charset="-120"/>
              </a:rPr>
              <a:t>CALIN TECHNOLOGY CO.LTD.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kumimoji="1" sz="2800">
          <a:solidFill>
            <a:schemeClr val="tx1"/>
          </a:solidFill>
          <a:latin typeface="+mn-lt"/>
          <a:ea typeface="新細明體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新細明體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kumimoji="1" sz="2000">
          <a:solidFill>
            <a:schemeClr val="tx1"/>
          </a:solidFill>
          <a:latin typeface="+mn-lt"/>
          <a:ea typeface="新細明體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tutoyo.com.tw/web/product/product_in.jsp?pd_no=PD1653291042305&amp;lang=tw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itutoyo.com/news/new-mitutoyo-usb-input-tool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2"/>
          <p:cNvSpPr>
            <a:spLocks noChangeArrowheads="1"/>
          </p:cNvSpPr>
          <p:nvPr/>
        </p:nvSpPr>
        <p:spPr bwMode="auto">
          <a:xfrm>
            <a:off x="114300" y="1499347"/>
            <a:ext cx="8915400" cy="14478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150000"/>
              </a:lnSpc>
            </a:pPr>
            <a:r>
              <a:rPr lang="zh-TW" altLang="en-US" sz="4400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設備部</a:t>
            </a: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</a:pPr>
            <a:r>
              <a:rPr lang="zh-TW" altLang="en-US" sz="4400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治工具設計課報告</a:t>
            </a: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</a:pP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075" name="Text Box 4"/>
          <p:cNvSpPr>
            <a:spLocks noChangeArrowheads="1"/>
          </p:cNvSpPr>
          <p:nvPr/>
        </p:nvSpPr>
        <p:spPr bwMode="auto">
          <a:xfrm>
            <a:off x="3048000" y="4419600"/>
            <a:ext cx="3429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150000"/>
              </a:lnSpc>
              <a:buSzPct val="75000"/>
            </a:pPr>
            <a:r>
              <a:rPr lang="zh-TW" altLang="en-US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報告人：吳仁中</a:t>
            </a:r>
            <a:endParaRPr lang="en-US" altLang="zh-TW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buSzPct val="75000"/>
            </a:pPr>
            <a:r>
              <a:rPr lang="zh-TW" altLang="en-US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日期：</a:t>
            </a:r>
            <a:r>
              <a:rPr lang="en-US" altLang="zh-TW" b="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2026/09/22</a:t>
            </a:r>
            <a:endParaRPr lang="en-US" altLang="zh-TW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1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40399" y="516626"/>
            <a:ext cx="188925" cy="188925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83399" y="516626"/>
            <a:ext cx="188925" cy="1889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161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評估中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7304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執行中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8153400" y="516625"/>
            <a:ext cx="188925" cy="1889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419286" y="46778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暫停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834088"/>
              </p:ext>
            </p:extLst>
          </p:nvPr>
        </p:nvGraphicFramePr>
        <p:xfrm>
          <a:off x="123830" y="822932"/>
          <a:ext cx="8943973" cy="5958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57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905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192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57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No.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專案名稱</a:t>
                      </a:r>
                    </a:p>
                  </a:txBody>
                  <a:tcPr marT="45723" marB="4572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需求單位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開始時間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預計</a:t>
                      </a:r>
                      <a:r>
                        <a:rPr lang="en-US" altLang="zh-TW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/>
                      </a:r>
                      <a:br>
                        <a:rPr lang="en-US" altLang="zh-TW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完成</a:t>
                      </a:r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時間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本週工作項目</a:t>
                      </a: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下週工作項目</a:t>
                      </a: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效益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負責人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8461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366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Holder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旋入</a:t>
                      </a: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+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扭力確認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組裝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2025/04/01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sngStrike" baseline="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2026/03/31</a:t>
                      </a:r>
                      <a:endParaRPr lang="en-US" altLang="zh-TW" sz="1200" b="0" strike="noStrike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noStrike" baseline="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2026/11/30</a:t>
                      </a:r>
                      <a:endParaRPr lang="en-US" altLang="zh-TW" sz="1200" b="0" strike="sngStrike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確認雜訊干擾源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品質穩定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節省人力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技術提升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蔡孟堅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苗天恒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吳仁中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李起修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6915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切割拆解機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組裝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2025/12/01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sngStrike" baseline="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2026/06/30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baseline="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2026/11/30</a:t>
                      </a:r>
                      <a:endParaRPr lang="en-US" altLang="zh-TW" sz="1200" b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提升重工效率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技術</a:t>
                      </a: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提升</a:t>
                      </a:r>
                      <a:endParaRPr lang="zh-TW" altLang="en-US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蔡孟堅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苗天恒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吳仁中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李起修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8461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測高機數據收集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組裝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2026/08/25</a:t>
                      </a:r>
                      <a:endParaRPr lang="en-US" altLang="zh-TW" sz="1200" b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sngStrike" baseline="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2026/09/04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noStrike" baseline="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2026/09/18</a:t>
                      </a:r>
                      <a:endParaRPr lang="en-US" altLang="zh-TW" sz="1200" b="0" strike="sngStrike" baseline="0" dirty="0" smtClean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校正功能。</a:t>
                      </a: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量測歷史數據儲存。</a:t>
                      </a: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機種參數存檔、讀取。</a:t>
                      </a: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追踪線上使用狀況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即時判定量測是否合規。</a:t>
                      </a: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數據記錄格式化、方便操作。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蔡孟堅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吳仁中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9" name="動作按鈕: 下一項 8">
            <a:hlinkClick r:id="rId2" action="ppaction://hlinksldjump" highlightClick="1"/>
          </p:cNvPr>
          <p:cNvSpPr/>
          <p:nvPr/>
        </p:nvSpPr>
        <p:spPr bwMode="auto">
          <a:xfrm>
            <a:off x="1219200" y="6477000"/>
            <a:ext cx="228600" cy="228600"/>
          </a:xfrm>
          <a:prstGeom prst="actionButtonForwardNex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10" name="文字方塊 2"/>
          <p:cNvSpPr txBox="1"/>
          <p:nvPr/>
        </p:nvSpPr>
        <p:spPr>
          <a:xfrm>
            <a:off x="471725" y="38100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9pPr>
          </a:lstStyle>
          <a:p>
            <a:r>
              <a:rPr lang="zh-TW" altLang="en-US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一、</a:t>
            </a:r>
            <a:r>
              <a:rPr lang="zh-TW" altLang="en-US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專案列表</a:t>
            </a:r>
            <a:endParaRPr lang="zh-TW" altLang="en-US" sz="20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76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40399" y="516626"/>
            <a:ext cx="188925" cy="188925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83399" y="516626"/>
            <a:ext cx="188925" cy="1889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161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評估中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7304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執行中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8153400" y="516625"/>
            <a:ext cx="188925" cy="1889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419286" y="46778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暫停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166877"/>
              </p:ext>
            </p:extLst>
          </p:nvPr>
        </p:nvGraphicFramePr>
        <p:xfrm>
          <a:off x="123830" y="822932"/>
          <a:ext cx="8943973" cy="5958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57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905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38203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57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No.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專案名稱</a:t>
                      </a:r>
                    </a:p>
                  </a:txBody>
                  <a:tcPr marT="45723" marB="4572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需求</a:t>
                      </a:r>
                      <a:r>
                        <a:rPr lang="en-US" altLang="zh-TW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/>
                      </a:r>
                      <a:br>
                        <a:rPr lang="en-US" altLang="zh-TW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單位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開始時間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預計</a:t>
                      </a:r>
                      <a:r>
                        <a:rPr lang="en-US" altLang="zh-TW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/>
                      </a:r>
                      <a:br>
                        <a:rPr lang="en-US" altLang="zh-TW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完成</a:t>
                      </a:r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時間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本週工作項目</a:t>
                      </a: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下週工作項目</a:t>
                      </a: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效益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負責人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8461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FAU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驗證程式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王孟坤</a:t>
                      </a: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/>
                      </a:r>
                      <a:b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特</a:t>
                      </a: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助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2026/07/24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sngStrike" baseline="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2026/08/14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strike="noStrike" baseline="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主功能結束</a:t>
                      </a:r>
                      <a:endParaRPr lang="en-US" altLang="zh-TW" sz="1200" b="0" strike="noStrike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X/Y Pitch</a:t>
                      </a: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，且可由</a:t>
                      </a:r>
                      <a:r>
                        <a:rPr lang="en-US" altLang="zh-TW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EXCEL</a:t>
                      </a: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匯入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EXCEL</a:t>
                      </a: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報表加入</a:t>
                      </a:r>
                      <a:r>
                        <a:rPr lang="en-US" altLang="zh-TW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Y</a:t>
                      </a: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的標準，以及夾角</a:t>
                      </a: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優化截圖</a:t>
                      </a: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UI</a:t>
                      </a: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調整</a:t>
                      </a: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預設顯示有效點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節省重覆計算時間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避免人工計算錯誤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副理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吳仁中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691510">
                <a:tc>
                  <a:txBody>
                    <a:bodyPr/>
                    <a:lstStyle/>
                    <a:p>
                      <a:pPr algn="ctr"/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zh-TW" altLang="en-US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zh-TW" sz="1200" b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zh-TW" altLang="en-US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846177">
                <a:tc>
                  <a:txBody>
                    <a:bodyPr/>
                    <a:lstStyle/>
                    <a:p>
                      <a:pPr algn="ctr"/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zh-TW" sz="1200" b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strike="noStrike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zh-TW" altLang="en-US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" name="動作按鈕: 下一項 1">
            <a:hlinkClick r:id="rId2" action="ppaction://hlinksldjump" highlightClick="1"/>
          </p:cNvPr>
          <p:cNvSpPr/>
          <p:nvPr/>
        </p:nvSpPr>
        <p:spPr bwMode="auto">
          <a:xfrm>
            <a:off x="1219200" y="2971800"/>
            <a:ext cx="228600" cy="228600"/>
          </a:xfrm>
          <a:prstGeom prst="actionButtonForwardNex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93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40399" y="516626"/>
            <a:ext cx="188925" cy="188925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83399" y="516626"/>
            <a:ext cx="188925" cy="1889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161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評估中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7304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執行中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8153400" y="516625"/>
            <a:ext cx="188925" cy="1889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419286" y="46778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暫停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083397"/>
              </p:ext>
            </p:extLst>
          </p:nvPr>
        </p:nvGraphicFramePr>
        <p:xfrm>
          <a:off x="123830" y="822932"/>
          <a:ext cx="8943970" cy="5958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5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983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802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8023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5788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5788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35119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57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No.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工作項目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需求</a:t>
                      </a:r>
                      <a:r>
                        <a:rPr lang="en-US" altLang="zh-TW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/>
                      </a:r>
                      <a:br>
                        <a:rPr lang="en-US" altLang="zh-TW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單位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開始時間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預計</a:t>
                      </a:r>
                      <a:r>
                        <a:rPr lang="en-US" altLang="zh-TW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/>
                      </a:r>
                      <a:br>
                        <a:rPr lang="en-US" altLang="zh-TW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完成</a:t>
                      </a:r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時間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本週工作項目</a:t>
                      </a: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下週工作項目</a:t>
                      </a: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執行狀態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8461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新購東方的步進馬達無法復歸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區北廠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2026/09/14</a:t>
                      </a:r>
                      <a:endParaRPr lang="en-US" altLang="zh-TW" sz="1200" b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noStrike" baseline="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2026/09/14</a:t>
                      </a:r>
                      <a:endParaRPr lang="en-US" altLang="zh-TW" sz="1200" b="0" strike="noStrike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已重設完成。</a:t>
                      </a: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待馬達實際上機時，再確定機械原點位置。</a:t>
                      </a:r>
                      <a:endParaRPr lang="zh-TW" altLang="en-US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691510">
                <a:tc>
                  <a:txBody>
                    <a:bodyPr/>
                    <a:lstStyle/>
                    <a:p>
                      <a:pPr algn="ctr"/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zh-TW" altLang="en-US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zh-TW" sz="1200" b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zh-TW" altLang="en-US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846177">
                <a:tc>
                  <a:txBody>
                    <a:bodyPr/>
                    <a:lstStyle/>
                    <a:p>
                      <a:pPr algn="ctr"/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zh-TW" sz="1200" b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strike="noStrike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zh-TW" altLang="en-US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" name="動作按鈕: 下一項 1">
            <a:hlinkClick r:id="rId2" action="ppaction://hlinksldjump" highlightClick="1"/>
          </p:cNvPr>
          <p:cNvSpPr/>
          <p:nvPr/>
        </p:nvSpPr>
        <p:spPr bwMode="auto">
          <a:xfrm>
            <a:off x="1219200" y="2971800"/>
            <a:ext cx="228600" cy="228600"/>
          </a:xfrm>
          <a:prstGeom prst="actionButtonForwardNex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11" name="文字方塊 2"/>
          <p:cNvSpPr txBox="1"/>
          <p:nvPr/>
        </p:nvSpPr>
        <p:spPr>
          <a:xfrm>
            <a:off x="471725" y="38100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9pPr>
          </a:lstStyle>
          <a:p>
            <a:r>
              <a:rPr lang="zh-TW" altLang="en-US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二</a:t>
            </a:r>
            <a:r>
              <a:rPr lang="zh-TW" altLang="en-US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、工作列表</a:t>
            </a:r>
            <a:endParaRPr lang="zh-TW" altLang="en-US" sz="20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731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ChangeArrowheads="1"/>
          </p:cNvSpPr>
          <p:nvPr/>
        </p:nvSpPr>
        <p:spPr bwMode="auto">
          <a:xfrm>
            <a:off x="1292229" y="2279650"/>
            <a:ext cx="6480175" cy="252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charset="0"/>
                <a:ea typeface="標楷體" pitchFamily="65" charset="-120"/>
                <a:cs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TW" altLang="en-US" sz="4400" b="0" dirty="0">
                <a:latin typeface="+mn-ea"/>
                <a:ea typeface="+mn-ea"/>
              </a:rPr>
              <a:t>報告完畢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TW" altLang="en-US" sz="4400" b="0" dirty="0">
                <a:latin typeface="+mn-ea"/>
                <a:ea typeface="+mn-ea"/>
              </a:rPr>
              <a:t>感謝指教</a:t>
            </a:r>
          </a:p>
        </p:txBody>
      </p:sp>
    </p:spTree>
    <p:extLst>
      <p:ext uri="{BB962C8B-B14F-4D97-AF65-F5344CB8AC3E}">
        <p14:creationId xmlns:p14="http://schemas.microsoft.com/office/powerpoint/2010/main" val="265698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="" xmlns:a16="http://schemas.microsoft.com/office/drawing/2014/main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59071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量測儀器數據輸入工具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(USB Input Tool)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="" xmlns:a16="http://schemas.microsoft.com/office/drawing/2014/main" id="{C0132EF5-27F5-74E3-91E2-720C37277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1447800"/>
            <a:ext cx="4514286" cy="2904762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="" xmlns:a16="http://schemas.microsoft.com/office/drawing/2014/main" id="{16B5708E-F432-0089-C98C-ADBC5C37E6EF}"/>
              </a:ext>
            </a:extLst>
          </p:cNvPr>
          <p:cNvSpPr txBox="1"/>
          <p:nvPr/>
        </p:nvSpPr>
        <p:spPr>
          <a:xfrm>
            <a:off x="7162800" y="6280919"/>
            <a:ext cx="19050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b="0" kern="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USB INPUT TOOL</a:t>
            </a:r>
            <a:endParaRPr lang="en-US" altLang="zh-TW" sz="105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TW" sz="1050" b="0" kern="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New Mitutoyo USB Input Tool</a:t>
            </a:r>
            <a:endParaRPr lang="en-US" altLang="zh-TW" sz="105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zh-TW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52758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1D20F4C-2A3A-C32C-2970-E2A5C43A6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="" xmlns:a16="http://schemas.microsoft.com/office/drawing/2014/main" id="{85C3D193-4FEA-8A92-03A2-12886F0B3F6B}"/>
              </a:ext>
            </a:extLst>
          </p:cNvPr>
          <p:cNvSpPr txBox="1"/>
          <p:nvPr/>
        </p:nvSpPr>
        <p:spPr>
          <a:xfrm>
            <a:off x="403354" y="380999"/>
            <a:ext cx="4645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HID (Human Interface Device)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EE356882-EF0E-BF07-6006-203163BE0A01}"/>
              </a:ext>
            </a:extLst>
          </p:cNvPr>
          <p:cNvSpPr txBox="1">
            <a:spLocks/>
          </p:cNvSpPr>
          <p:nvPr/>
        </p:nvSpPr>
        <p:spPr>
          <a:xfrm>
            <a:off x="381000" y="914400"/>
            <a:ext cx="8305800" cy="5486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目的：</a:t>
            </a:r>
            <a:endParaRPr lang="en-US" altLang="zh-TW" sz="2000" b="0" kern="0" dirty="0">
              <a:latin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為了人機介面的互動。</a:t>
            </a:r>
            <a:endParaRPr lang="en-US" altLang="zh-TW" sz="2000" b="0" kern="0" dirty="0">
              <a:latin typeface="+mn-ea"/>
              <a:ea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避開艱困的 </a:t>
            </a:r>
            <a:r>
              <a:rPr lang="en-US" altLang="zh-TW" sz="2000" b="0" kern="0" dirty="0">
                <a:latin typeface="+mn-ea"/>
                <a:ea typeface="+mn-ea"/>
                <a:cs typeface="Segoe UI" panose="020B0502040204020203" pitchFamily="34" charset="0"/>
              </a:rPr>
              <a:t>Windows Driver 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或 </a:t>
            </a:r>
            <a:r>
              <a:rPr lang="en-US" altLang="zh-TW" sz="2000" b="0" kern="0" dirty="0">
                <a:latin typeface="+mn-ea"/>
                <a:ea typeface="+mn-ea"/>
                <a:cs typeface="Segoe UI" panose="020B0502040204020203" pitchFamily="34" charset="0"/>
              </a:rPr>
              <a:t>Linux Driver 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領域，使用系統提供的 </a:t>
            </a:r>
            <a:r>
              <a:rPr lang="en-US" altLang="zh-TW" sz="2000" b="0" kern="0" dirty="0">
                <a:latin typeface="+mn-ea"/>
                <a:ea typeface="+mn-ea"/>
                <a:cs typeface="Segoe UI" panose="020B0502040204020203" pitchFamily="34" charset="0"/>
              </a:rPr>
              <a:t>HID APIs 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與韌體程式通訊。</a:t>
            </a:r>
            <a:endParaRPr lang="en-US" altLang="zh-TW" sz="2000" b="0" kern="0" dirty="0">
              <a:latin typeface="+mn-ea"/>
              <a:ea typeface="+mn-ea"/>
              <a:cs typeface="Segoe UI" panose="020B0502040204020203" pitchFamily="34" charset="0"/>
            </a:endParaRP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>
                <a:latin typeface="+mn-ea"/>
                <a:cs typeface="Segoe UI" panose="020B0502040204020203" pitchFamily="34" charset="0"/>
              </a:rPr>
              <a:t>本專案使用到的參數：</a:t>
            </a:r>
            <a:endParaRPr lang="en-US" altLang="zh-TW" sz="2000" b="0" kern="0" dirty="0">
              <a:latin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TW" sz="2000" b="0" kern="0" dirty="0" err="1">
                <a:latin typeface="+mn-ea"/>
                <a:ea typeface="+mn-ea"/>
                <a:cs typeface="Segoe UI" panose="020B0502040204020203" pitchFamily="34" charset="0"/>
              </a:rPr>
              <a:t>UsagePage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。</a:t>
            </a:r>
            <a:endParaRPr lang="en-US" altLang="zh-TW" sz="2000" b="0" kern="0" dirty="0">
              <a:latin typeface="+mn-ea"/>
              <a:ea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TW" sz="2000" b="0" kern="0" dirty="0">
                <a:latin typeface="+mn-ea"/>
                <a:ea typeface="+mn-ea"/>
                <a:cs typeface="Segoe UI" panose="020B0502040204020203" pitchFamily="34" charset="0"/>
              </a:rPr>
              <a:t>Usage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。</a:t>
            </a:r>
            <a:endParaRPr lang="en-US" altLang="zh-TW" sz="2000" b="0" kern="0" dirty="0">
              <a:latin typeface="+mn-ea"/>
              <a:ea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endParaRPr lang="zh-TW" altLang="zh-TW" sz="2000" b="0" dirty="0">
              <a:latin typeface="+mn-ea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352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2E914DD-785C-1FEB-25DB-C642D10F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="" xmlns:a16="http://schemas.microsoft.com/office/drawing/2014/main" id="{733A4835-4400-8161-9F80-8884D0C4CE87}"/>
              </a:ext>
            </a:extLst>
          </p:cNvPr>
          <p:cNvSpPr txBox="1"/>
          <p:nvPr/>
        </p:nvSpPr>
        <p:spPr>
          <a:xfrm>
            <a:off x="403354" y="380999"/>
            <a:ext cx="1906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en-US" altLang="zh-TW" sz="24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RawInput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112FCCF9-1205-AA37-E282-E387FA7BBBCA}"/>
              </a:ext>
            </a:extLst>
          </p:cNvPr>
          <p:cNvSpPr txBox="1">
            <a:spLocks/>
          </p:cNvSpPr>
          <p:nvPr/>
        </p:nvSpPr>
        <p:spPr>
          <a:xfrm>
            <a:off x="381000" y="914400"/>
            <a:ext cx="8305800" cy="5486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目的：</a:t>
            </a:r>
            <a:endParaRPr lang="en-US" altLang="zh-TW" sz="2000" b="0" kern="0" dirty="0">
              <a:latin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為了人機介面的互動。</a:t>
            </a:r>
            <a:endParaRPr lang="en-US" altLang="zh-TW" sz="2000" b="0" kern="0" dirty="0">
              <a:latin typeface="+mn-ea"/>
              <a:ea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zh-TW" altLang="en-US" sz="2000" b="0" kern="0" dirty="0" smtClean="0">
                <a:latin typeface="+mn-ea"/>
                <a:ea typeface="+mn-ea"/>
                <a:cs typeface="Segoe UI" panose="020B0502040204020203" pitchFamily="34" charset="0"/>
              </a:rPr>
              <a:t>避開較難的 </a:t>
            </a:r>
            <a:r>
              <a:rPr lang="en-US" altLang="zh-TW" sz="2000" b="0" kern="0" dirty="0">
                <a:latin typeface="+mn-ea"/>
                <a:ea typeface="+mn-ea"/>
                <a:cs typeface="Segoe UI" panose="020B0502040204020203" pitchFamily="34" charset="0"/>
              </a:rPr>
              <a:t>Windows Driver 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或 </a:t>
            </a:r>
            <a:r>
              <a:rPr lang="en-US" altLang="zh-TW" sz="2000" b="0" kern="0" dirty="0">
                <a:latin typeface="+mn-ea"/>
                <a:ea typeface="+mn-ea"/>
                <a:cs typeface="Segoe UI" panose="020B0502040204020203" pitchFamily="34" charset="0"/>
              </a:rPr>
              <a:t>Linux Driver 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領域，使用系統提供的 </a:t>
            </a:r>
            <a:r>
              <a:rPr lang="en-US" altLang="zh-TW" sz="2000" b="0" kern="0" dirty="0">
                <a:latin typeface="+mn-ea"/>
                <a:ea typeface="+mn-ea"/>
                <a:cs typeface="Segoe UI" panose="020B0502040204020203" pitchFamily="34" charset="0"/>
              </a:rPr>
              <a:t>HID APIs 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與韌體程式通訊。</a:t>
            </a:r>
            <a:endParaRPr lang="en-US" altLang="zh-TW" sz="2000" b="0" kern="0" dirty="0">
              <a:latin typeface="+mn-ea"/>
              <a:ea typeface="+mn-ea"/>
              <a:cs typeface="Segoe UI" panose="020B0502040204020203" pitchFamily="34" charset="0"/>
            </a:endParaRP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>
                <a:latin typeface="+mn-ea"/>
                <a:cs typeface="Segoe UI" panose="020B0502040204020203" pitchFamily="34" charset="0"/>
              </a:rPr>
              <a:t>本專案使用到的參數：</a:t>
            </a:r>
            <a:endParaRPr lang="en-US" altLang="zh-TW" sz="2000" b="0" kern="0" dirty="0">
              <a:latin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TW" sz="2000" b="0" kern="0" dirty="0" err="1">
                <a:latin typeface="+mn-ea"/>
                <a:ea typeface="+mn-ea"/>
                <a:cs typeface="Segoe UI" panose="020B0502040204020203" pitchFamily="34" charset="0"/>
              </a:rPr>
              <a:t>UsagePage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。</a:t>
            </a:r>
            <a:endParaRPr lang="en-US" altLang="zh-TW" sz="2000" b="0" kern="0" dirty="0">
              <a:latin typeface="+mn-ea"/>
              <a:ea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TW" sz="2000" b="0" kern="0" dirty="0">
                <a:latin typeface="+mn-ea"/>
                <a:ea typeface="+mn-ea"/>
                <a:cs typeface="Segoe UI" panose="020B0502040204020203" pitchFamily="34" charset="0"/>
              </a:rPr>
              <a:t>Usage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。</a:t>
            </a:r>
            <a:endParaRPr lang="en-US" altLang="zh-TW" sz="2000" b="0" kern="0" dirty="0">
              <a:latin typeface="+mn-ea"/>
              <a:ea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endParaRPr lang="zh-TW" altLang="zh-TW" sz="2000" b="0" dirty="0">
              <a:latin typeface="+mn-ea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263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48269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區北廠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-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新購步進馬達無法復歸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xmlns="" id="{6263174D-9A64-366A-6A59-F4F84DDA189A}"/>
              </a:ext>
            </a:extLst>
          </p:cNvPr>
          <p:cNvSpPr txBox="1">
            <a:spLocks/>
          </p:cNvSpPr>
          <p:nvPr/>
        </p:nvSpPr>
        <p:spPr>
          <a:xfrm>
            <a:off x="533400" y="1143000"/>
            <a:ext cx="8153400" cy="5029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Calibri" panose="020F0502020204030204" pitchFamily="34" charset="0"/>
                <a:cs typeface="Segoe UI" panose="020B0502040204020203" pitchFamily="34" charset="0"/>
              </a:rPr>
              <a:t>故障狀況：</a:t>
            </a:r>
            <a:endParaRPr lang="en-US" altLang="zh-TW" sz="2000" b="0" kern="0" dirty="0" smtClean="0">
              <a:latin typeface="Calibri" panose="020F0502020204030204" pitchFamily="34" charset="0"/>
              <a:cs typeface="Segoe UI" panose="020B0502040204020203" pitchFamily="34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區北廠新購一顆步進馬達 </a:t>
            </a:r>
            <a:r>
              <a:rPr lang="en-US" altLang="zh-TW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AZM98AC-TS30</a:t>
            </a:r>
            <a:r>
              <a:rPr lang="zh-TW" altLang="en-US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，更換上機後只能</a:t>
            </a:r>
            <a:r>
              <a:rPr lang="en-US" altLang="zh-TW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JOG</a:t>
            </a:r>
            <a:r>
              <a:rPr lang="zh-TW" altLang="en-US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動作，無法復歸。</a:t>
            </a:r>
            <a:endParaRPr lang="en-US" altLang="zh-TW" sz="2000" b="0" kern="0" dirty="0" smtClean="0">
              <a:latin typeface="Calibri" panose="020F0502020204030204" pitchFamily="34" charset="0"/>
              <a:ea typeface="+mn-ea"/>
              <a:cs typeface="Segoe UI" panose="020B0502040204020203" pitchFamily="34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以前也曾購買過一顆，一樣的故障狀況，但當時沒有處理。</a:t>
            </a:r>
            <a:endParaRPr lang="en-US" altLang="zh-TW" sz="2000" b="0" kern="0" dirty="0" smtClean="0">
              <a:latin typeface="Calibri" panose="020F0502020204030204" pitchFamily="34" charset="0"/>
              <a:ea typeface="+mn-ea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Calibri" panose="020F0502020204030204" pitchFamily="34" charset="0"/>
                <a:cs typeface="Segoe UI" panose="020B0502040204020203" pitchFamily="34" charset="0"/>
              </a:rPr>
              <a:t>故障原因：</a:t>
            </a:r>
            <a:endParaRPr lang="en-US" altLang="zh-TW" sz="2000" b="0" kern="0" dirty="0" smtClean="0">
              <a:latin typeface="Calibri" panose="020F0502020204030204" pitchFamily="34" charset="0"/>
              <a:cs typeface="Segoe UI" panose="020B0502040204020203" pitchFamily="34" charset="0"/>
            </a:endParaRPr>
          </a:p>
          <a:p>
            <a:pPr marL="914400" lvl="1" indent="-457200">
              <a:lnSpc>
                <a:spcPct val="150000"/>
              </a:lnSpc>
              <a:buClrTx/>
              <a:buFont typeface="+mj-lt"/>
              <a:buAutoNum type="arabicPeriod"/>
            </a:pPr>
            <a:r>
              <a:rPr lang="zh-TW" altLang="en-US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東方</a:t>
            </a:r>
            <a:r>
              <a:rPr lang="en-US" altLang="zh-TW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AZ</a:t>
            </a:r>
            <a:r>
              <a:rPr lang="zh-TW" altLang="en-US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系列步進</a:t>
            </a:r>
            <a:r>
              <a:rPr lang="zh-TW" altLang="en-US" sz="2000" b="0" kern="0" dirty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馬達使用免電池機械式絕對型編碼器，稱做「</a:t>
            </a:r>
            <a:r>
              <a:rPr lang="en-US" altLang="zh-TW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ABZO</a:t>
            </a:r>
            <a:r>
              <a:rPr lang="zh-TW" altLang="en-US" sz="2000" b="0" kern="0" dirty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編碼器</a:t>
            </a:r>
            <a:r>
              <a:rPr lang="zh-TW" altLang="en-US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」。</a:t>
            </a:r>
            <a:endParaRPr lang="en-US" altLang="zh-TW" sz="2000" b="0" kern="0" dirty="0" smtClean="0">
              <a:latin typeface="Calibri" panose="020F0502020204030204" pitchFamily="34" charset="0"/>
              <a:ea typeface="+mn-ea"/>
              <a:cs typeface="Segoe UI" panose="020B0502040204020203" pitchFamily="34" charset="0"/>
            </a:endParaRPr>
          </a:p>
          <a:p>
            <a:pPr marL="914400" lvl="1" indent="-457200">
              <a:lnSpc>
                <a:spcPct val="150000"/>
              </a:lnSpc>
              <a:buClrTx/>
              <a:buFont typeface="+mj-lt"/>
              <a:buAutoNum type="arabicPeriod"/>
            </a:pPr>
            <a:r>
              <a:rPr lang="zh-TW" altLang="en-US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此系統馬達新安裝時，必須先設定</a:t>
            </a:r>
            <a:r>
              <a:rPr lang="en-US" altLang="zh-TW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HOME(</a:t>
            </a:r>
            <a:r>
              <a:rPr lang="zh-TW" altLang="en-US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零點</a:t>
            </a:r>
            <a:r>
              <a:rPr lang="en-US" altLang="zh-TW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)</a:t>
            </a:r>
            <a:r>
              <a:rPr lang="zh-TW" altLang="en-US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，讓編碼器知道</a:t>
            </a:r>
            <a:r>
              <a:rPr lang="zh-TW" altLang="en-US" sz="2000" b="0" kern="0" dirty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原點</a:t>
            </a:r>
            <a:r>
              <a:rPr lang="zh-TW" altLang="en-US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位置，才能執行復歸動作。</a:t>
            </a:r>
            <a:endParaRPr lang="en-US" altLang="zh-TW" sz="2000" b="0" kern="0" dirty="0">
              <a:latin typeface="Calibri" panose="020F0502020204030204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0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48269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區北廠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-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新購步進馬達無法復歸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xmlns="" id="{6263174D-9A64-366A-6A59-F4F84DDA189A}"/>
              </a:ext>
            </a:extLst>
          </p:cNvPr>
          <p:cNvSpPr txBox="1">
            <a:spLocks/>
          </p:cNvSpPr>
          <p:nvPr/>
        </p:nvSpPr>
        <p:spPr>
          <a:xfrm>
            <a:off x="533400" y="990600"/>
            <a:ext cx="8153400" cy="5181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Calibri" panose="020F0502020204030204" pitchFamily="34" charset="0"/>
                <a:cs typeface="Segoe UI" panose="020B0502040204020203" pitchFamily="34" charset="0"/>
              </a:rPr>
              <a:t>解決步驟：</a:t>
            </a:r>
            <a:endParaRPr lang="en-US" altLang="zh-TW" sz="2000" b="0" kern="0" dirty="0" smtClean="0">
              <a:latin typeface="Calibri" panose="020F0502020204030204" pitchFamily="34" charset="0"/>
              <a:cs typeface="Segoe UI" panose="020B0502040204020203" pitchFamily="34" charset="0"/>
            </a:endParaRPr>
          </a:p>
          <a:p>
            <a:pPr marL="914400" lvl="1" indent="-457200">
              <a:lnSpc>
                <a:spcPts val="3000"/>
              </a:lnSpc>
              <a:buClrTx/>
              <a:buFont typeface="+mj-lt"/>
              <a:buAutoNum type="arabicPeriod"/>
            </a:pPr>
            <a:r>
              <a:rPr lang="zh-TW" altLang="en-US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將馬達接上驅動器，開啟電源。</a:t>
            </a:r>
            <a:endParaRPr lang="en-US" altLang="zh-TW" sz="2000" b="0" kern="0" dirty="0" smtClean="0">
              <a:latin typeface="Calibri" panose="020F0502020204030204" pitchFamily="34" charset="0"/>
              <a:ea typeface="+mn-ea"/>
              <a:cs typeface="Segoe UI" panose="020B0502040204020203" pitchFamily="34" charset="0"/>
            </a:endParaRPr>
          </a:p>
          <a:p>
            <a:pPr marL="914400" lvl="1" indent="-457200">
              <a:lnSpc>
                <a:spcPts val="3000"/>
              </a:lnSpc>
              <a:buClrTx/>
              <a:buFont typeface="+mj-lt"/>
              <a:buAutoNum type="arabicPeriod"/>
            </a:pPr>
            <a:r>
              <a:rPr lang="zh-TW" altLang="en-US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執行 </a:t>
            </a:r>
            <a:r>
              <a:rPr lang="en-US" altLang="zh-TW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MEXE02 </a:t>
            </a:r>
            <a:r>
              <a:rPr lang="zh-TW" altLang="en-US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設定軟體，執行「將</a:t>
            </a:r>
            <a:r>
              <a:rPr lang="en-US" altLang="zh-TW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ABZO(</a:t>
            </a:r>
            <a:r>
              <a:rPr lang="zh-TW" altLang="en-US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固定值</a:t>
            </a:r>
            <a:r>
              <a:rPr lang="en-US" altLang="zh-TW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)</a:t>
            </a:r>
            <a:r>
              <a:rPr lang="zh-TW" altLang="en-US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的信息全部複製到驅動器」。</a:t>
            </a:r>
            <a:endParaRPr lang="en-US" altLang="zh-TW" sz="2000" b="0" kern="0" dirty="0" smtClean="0">
              <a:latin typeface="Calibri" panose="020F0502020204030204" pitchFamily="34" charset="0"/>
              <a:ea typeface="+mn-ea"/>
              <a:cs typeface="Segoe UI" panose="020B0502040204020203" pitchFamily="34" charset="0"/>
            </a:endParaRPr>
          </a:p>
          <a:p>
            <a:pPr marL="914400" lvl="1" indent="-457200">
              <a:lnSpc>
                <a:spcPts val="3000"/>
              </a:lnSpc>
              <a:buClrTx/>
              <a:buFont typeface="+mj-lt"/>
              <a:buAutoNum type="arabicPeriod"/>
            </a:pPr>
            <a:r>
              <a:rPr lang="zh-TW" altLang="en-US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進入示教畫面，並勾選「開</a:t>
            </a:r>
            <a:r>
              <a:rPr lang="zh-TW" altLang="en-US" sz="2000" b="0" kern="0" dirty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始</a:t>
            </a:r>
            <a:r>
              <a:rPr lang="zh-TW" altLang="en-US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示教」。</a:t>
            </a:r>
            <a:endParaRPr lang="en-US" altLang="zh-TW" sz="2000" b="0" kern="0" dirty="0" smtClean="0">
              <a:latin typeface="Calibri" panose="020F0502020204030204" pitchFamily="34" charset="0"/>
              <a:ea typeface="+mn-ea"/>
              <a:cs typeface="Segoe UI" panose="020B0502040204020203" pitchFamily="34" charset="0"/>
            </a:endParaRPr>
          </a:p>
          <a:p>
            <a:pPr marL="914400" lvl="1" indent="-457200">
              <a:lnSpc>
                <a:spcPts val="3000"/>
              </a:lnSpc>
              <a:buClrTx/>
              <a:buFont typeface="+mj-lt"/>
              <a:buAutoNum type="arabicPeriod"/>
            </a:pPr>
            <a:r>
              <a:rPr lang="zh-TW" altLang="en-US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使用 </a:t>
            </a:r>
            <a:r>
              <a:rPr lang="en-US" altLang="zh-TW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JOG </a:t>
            </a:r>
            <a:r>
              <a:rPr lang="zh-TW" altLang="en-US" sz="2000" b="0" kern="0" dirty="0" smtClean="0"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將軸轉到預計零點，執行「位置預設」。</a:t>
            </a:r>
            <a:endParaRPr lang="en-US" altLang="zh-TW" sz="2000" b="0" kern="0" dirty="0">
              <a:latin typeface="Calibri" panose="020F0502020204030204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動作按鈕: 下一項 8">
            <a:hlinkClick r:id="rId2" action="ppaction://hlinksldjump" highlightClick="1"/>
          </p:cNvPr>
          <p:cNvSpPr/>
          <p:nvPr/>
        </p:nvSpPr>
        <p:spPr bwMode="auto">
          <a:xfrm>
            <a:off x="8744757" y="6489600"/>
            <a:ext cx="323043" cy="29220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69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xe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ixel">
      <a:majorFont>
        <a:latin typeface="Arial"/>
        <a:ea typeface="標楷體"/>
        <a:cs typeface="Arial"/>
      </a:majorFont>
      <a:minorFont>
        <a:latin typeface="Arial"/>
        <a:ea typeface="標楷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154175</TotalTime>
  <Words>569</Words>
  <Application>Microsoft Office PowerPoint</Application>
  <PresentationFormat>如螢幕大小 (4:3)</PresentationFormat>
  <Paragraphs>136</Paragraphs>
  <Slides>10</Slides>
  <Notes>1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2" baseType="lpstr">
      <vt:lpstr>Pixel</vt:lpstr>
      <vt:lpstr>Photo Editor 影像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台和全球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mlee</dc:creator>
  <cp:lastModifiedBy>Raphael.wu(吳仁中)</cp:lastModifiedBy>
  <cp:revision>10903</cp:revision>
  <cp:lastPrinted>2019-02-20T00:08:27Z</cp:lastPrinted>
  <dcterms:created xsi:type="dcterms:W3CDTF">2003-08-13T01:23:13Z</dcterms:created>
  <dcterms:modified xsi:type="dcterms:W3CDTF">2026-09-21T08:01:17Z</dcterms:modified>
</cp:coreProperties>
</file>