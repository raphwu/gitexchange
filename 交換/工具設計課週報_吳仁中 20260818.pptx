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8"/>
  </p:notesMasterIdLst>
  <p:handoutMasterIdLst>
    <p:handoutMasterId r:id="rId9"/>
  </p:handoutMasterIdLst>
  <p:sldIdLst>
    <p:sldId id="1161" r:id="rId2"/>
    <p:sldId id="1773" r:id="rId3"/>
    <p:sldId id="1771" r:id="rId4"/>
    <p:sldId id="1808" r:id="rId5"/>
    <p:sldId id="1809" r:id="rId6"/>
    <p:sldId id="1810" r:id="rId7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771"/>
          </p14:sldIdLst>
        </p14:section>
        <p14:section name="旋入機" id="{6E21C94B-659B-486C-8749-ABB8554147FA}">
          <p14:sldIdLst>
            <p14:sldId id="1808"/>
            <p14:sldId id="1809"/>
            <p14:sldId id="1810"/>
          </p14:sldIdLst>
        </p14:section>
        <p14:section name="切割機" id="{C4586997-6D46-442B-8509-C2FA808EFB70}">
          <p14:sldIdLst/>
        </p14:section>
        <p14:section name="FAU" id="{4B8F02B5-416E-41FC-AC52-3586BD47D4AF}">
          <p14:sldIdLst/>
        </p14:section>
        <p14:section name="維修/改機" id="{61EABBFE-1824-4B3D-92C1-02F542C965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A7D1"/>
    <a:srgbClr val="FF9900"/>
    <a:srgbClr val="006666"/>
    <a:srgbClr val="008000"/>
    <a:srgbClr val="FF0066"/>
    <a:srgbClr val="FF3300"/>
    <a:srgbClr val="FFFF99"/>
    <a:srgbClr val="FF00FF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22598-17D5-4AE3-9627-B97F081F09B7}" v="51" dt="2026-09-13T04:53:59.569"/>
    <p1510:client id="{BDC60E72-948E-4A3A-9AF0-054E8E0341AA}" v="97" dt="2026-09-13T03:41:03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548" autoAdjust="0"/>
  </p:normalViewPr>
  <p:slideViewPr>
    <p:cSldViewPr>
      <p:cViewPr varScale="1">
        <p:scale>
          <a:sx n="121" d="100"/>
          <a:sy n="121" d="100"/>
        </p:scale>
        <p:origin x="187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pos="2122"/>
        <p:guide orient="horz" pos="450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9-13T05:30:37.654" v="1629" actId="478"/>
      <pc:docMkLst>
        <pc:docMk/>
      </pc:docMkLst>
      <pc:sldChg chg="modSp mod">
        <pc:chgData name="Raphael Wu" userId="222e91bd63df5811" providerId="LiveId" clId="{534A9F1F-5294-42C7-A279-6BCD5E88610A}" dt="2026-08-17T20:15:52.610" v="1183"/>
        <pc:sldMkLst>
          <pc:docMk/>
          <pc:sldMk cId="502768695" sldId="1773"/>
        </pc:sldMkLst>
        <pc:graphicFrameChg chg="mod modGraphic">
          <ac:chgData name="Raphael Wu" userId="222e91bd63df5811" providerId="LiveId" clId="{534A9F1F-5294-42C7-A279-6BCD5E88610A}" dt="2026-08-17T20:15:52.610" v="1183"/>
          <ac:graphicFrameMkLst>
            <pc:docMk/>
            <pc:sldMk cId="502768695" sldId="1773"/>
            <ac:graphicFrameMk id="13" creationId="{00000000-0000-0000-0000-000000000000}"/>
          </ac:graphicFrameMkLst>
        </pc:graphicFrameChg>
      </pc:sldChg>
      <pc:sldChg chg="delSp del mod">
        <pc:chgData name="Raphael Wu" userId="222e91bd63df5811" providerId="LiveId" clId="{534A9F1F-5294-42C7-A279-6BCD5E88610A}" dt="2026-09-13T03:11:09.087" v="1195" actId="47"/>
        <pc:sldMkLst>
          <pc:docMk/>
          <pc:sldMk cId="1299388070" sldId="1802"/>
        </pc:sldMkLst>
      </pc:sldChg>
      <pc:sldChg chg="del">
        <pc:chgData name="Raphael Wu" userId="222e91bd63df5811" providerId="LiveId" clId="{534A9F1F-5294-42C7-A279-6BCD5E88610A}" dt="2026-09-13T03:11:09.087" v="1195" actId="47"/>
        <pc:sldMkLst>
          <pc:docMk/>
          <pc:sldMk cId="8511069" sldId="1803"/>
        </pc:sldMkLst>
      </pc:sldChg>
      <pc:sldChg chg="del">
        <pc:chgData name="Raphael Wu" userId="222e91bd63df5811" providerId="LiveId" clId="{534A9F1F-5294-42C7-A279-6BCD5E88610A}" dt="2026-09-13T03:11:09.087" v="1195" actId="47"/>
        <pc:sldMkLst>
          <pc:docMk/>
          <pc:sldMk cId="3477929293" sldId="1806"/>
        </pc:sldMkLst>
      </pc:sldChg>
      <pc:sldChg chg="addSp delSp modSp mod delAnim">
        <pc:chgData name="Raphael Wu" userId="222e91bd63df5811" providerId="LiveId" clId="{534A9F1F-5294-42C7-A279-6BCD5E88610A}" dt="2026-09-13T04:36:11.791" v="1479" actId="1076"/>
        <pc:sldMkLst>
          <pc:docMk/>
          <pc:sldMk cId="1638500657" sldId="1808"/>
        </pc:sldMkLst>
        <pc:spChg chg="del">
          <ac:chgData name="Raphael Wu" userId="222e91bd63df5811" providerId="LiveId" clId="{534A9F1F-5294-42C7-A279-6BCD5E88610A}" dt="2026-09-13T03:11:04.918" v="1193" actId="478"/>
          <ac:spMkLst>
            <pc:docMk/>
            <pc:sldMk cId="1638500657" sldId="1808"/>
            <ac:spMk id="2" creationId="{00000000-0000-0000-0000-000000000000}"/>
          </ac:spMkLst>
        </pc:spChg>
        <pc:spChg chg="mod">
          <ac:chgData name="Raphael Wu" userId="222e91bd63df5811" providerId="LiveId" clId="{534A9F1F-5294-42C7-A279-6BCD5E88610A}" dt="2026-09-13T03:55:28.986" v="1476" actId="20577"/>
          <ac:spMkLst>
            <pc:docMk/>
            <pc:sldMk cId="1638500657" sldId="1808"/>
            <ac:spMk id="5" creationId="{2D4D2B73-B008-B5AD-CC0D-F1827BE7F03A}"/>
          </ac:spMkLst>
        </pc:spChg>
        <pc:spChg chg="del mod">
          <ac:chgData name="Raphael Wu" userId="222e91bd63df5811" providerId="LiveId" clId="{534A9F1F-5294-42C7-A279-6BCD5E88610A}" dt="2026-09-13T04:36:07.973" v="1478" actId="478"/>
          <ac:spMkLst>
            <pc:docMk/>
            <pc:sldMk cId="1638500657" sldId="1808"/>
            <ac:spMk id="6" creationId="{6263174D-9A64-366A-6A59-F4F84DDA189A}"/>
          </ac:spMkLst>
        </pc:spChg>
        <pc:spChg chg="del">
          <ac:chgData name="Raphael Wu" userId="222e91bd63df5811" providerId="LiveId" clId="{534A9F1F-5294-42C7-A279-6BCD5E88610A}" dt="2026-09-13T03:11:05.324" v="1194" actId="478"/>
          <ac:spMkLst>
            <pc:docMk/>
            <pc:sldMk cId="1638500657" sldId="1808"/>
            <ac:spMk id="8" creationId="{00000000-0000-0000-0000-000000000000}"/>
          </ac:spMkLst>
        </pc:spChg>
        <pc:spChg chg="add mod">
          <ac:chgData name="Raphael Wu" userId="222e91bd63df5811" providerId="LiveId" clId="{534A9F1F-5294-42C7-A279-6BCD5E88610A}" dt="2026-09-13T03:40:10.456" v="1453" actId="14100"/>
          <ac:spMkLst>
            <pc:docMk/>
            <pc:sldMk cId="1638500657" sldId="1808"/>
            <ac:spMk id="11" creationId="{16B5708E-F432-0089-C98C-ADBC5C37E6EF}"/>
          </ac:spMkLst>
        </pc:spChg>
        <pc:picChg chg="add del mod">
          <ac:chgData name="Raphael Wu" userId="222e91bd63df5811" providerId="LiveId" clId="{534A9F1F-5294-42C7-A279-6BCD5E88610A}" dt="2026-09-13T03:34:17.023" v="1433" actId="478"/>
          <ac:picMkLst>
            <pc:docMk/>
            <pc:sldMk cId="1638500657" sldId="1808"/>
            <ac:picMk id="4" creationId="{5B1F29B3-3662-4169-D326-C800A01C9F48}"/>
          </ac:picMkLst>
        </pc:picChg>
        <pc:picChg chg="del">
          <ac:chgData name="Raphael Wu" userId="222e91bd63df5811" providerId="LiveId" clId="{534A9F1F-5294-42C7-A279-6BCD5E88610A}" dt="2026-09-13T03:11:03.467" v="1192" actId="478"/>
          <ac:picMkLst>
            <pc:docMk/>
            <pc:sldMk cId="1638500657" sldId="1808"/>
            <ac:picMk id="7" creationId="{00000000-0000-0000-0000-000000000000}"/>
          </ac:picMkLst>
        </pc:picChg>
        <pc:picChg chg="add mod">
          <ac:chgData name="Raphael Wu" userId="222e91bd63df5811" providerId="LiveId" clId="{534A9F1F-5294-42C7-A279-6BCD5E88610A}" dt="2026-09-13T04:36:11.791" v="1479" actId="1076"/>
          <ac:picMkLst>
            <pc:docMk/>
            <pc:sldMk cId="1638500657" sldId="1808"/>
            <ac:picMk id="10" creationId="{C0132EF5-27F5-74E3-91E2-720C37277CB2}"/>
          </ac:picMkLst>
        </pc:picChg>
      </pc:sldChg>
      <pc:sldChg chg="delSp modSp add mod">
        <pc:chgData name="Raphael Wu" userId="222e91bd63df5811" providerId="LiveId" clId="{534A9F1F-5294-42C7-A279-6BCD5E88610A}" dt="2026-09-13T04:53:48.098" v="1610" actId="14100"/>
        <pc:sldMkLst>
          <pc:docMk/>
          <pc:sldMk cId="1823195597" sldId="1809"/>
        </pc:sldMkLst>
        <pc:spChg chg="mod">
          <ac:chgData name="Raphael Wu" userId="222e91bd63df5811" providerId="LiveId" clId="{534A9F1F-5294-42C7-A279-6BCD5E88610A}" dt="2026-09-13T04:53:48.098" v="1610" actId="14100"/>
          <ac:spMkLst>
            <pc:docMk/>
            <pc:sldMk cId="1823195597" sldId="1809"/>
            <ac:spMk id="6" creationId="{EE356882-EF0E-BF07-6006-203163BE0A01}"/>
          </ac:spMkLst>
        </pc:spChg>
        <pc:spChg chg="del">
          <ac:chgData name="Raphael Wu" userId="222e91bd63df5811" providerId="LiveId" clId="{534A9F1F-5294-42C7-A279-6BCD5E88610A}" dt="2026-09-13T04:36:21.749" v="1483" actId="478"/>
          <ac:spMkLst>
            <pc:docMk/>
            <pc:sldMk cId="1823195597" sldId="1809"/>
            <ac:spMk id="11" creationId="{65ADB831-8E64-0447-23DF-E8FBE4ADE71A}"/>
          </ac:spMkLst>
        </pc:spChg>
        <pc:picChg chg="del">
          <ac:chgData name="Raphael Wu" userId="222e91bd63df5811" providerId="LiveId" clId="{534A9F1F-5294-42C7-A279-6BCD5E88610A}" dt="2026-09-13T04:36:14.843" v="1480" actId="478"/>
          <ac:picMkLst>
            <pc:docMk/>
            <pc:sldMk cId="1823195597" sldId="1809"/>
            <ac:picMk id="10" creationId="{AF922111-4A42-6833-1440-4233769852A6}"/>
          </ac:picMkLst>
        </pc:picChg>
      </pc:sldChg>
      <pc:sldChg chg="delSp del">
        <pc:chgData name="Raphael Wu" userId="222e91bd63df5811" providerId="LiveId" clId="{534A9F1F-5294-42C7-A279-6BCD5E88610A}" dt="2026-09-13T03:11:09.087" v="1195" actId="47"/>
        <pc:sldMkLst>
          <pc:docMk/>
          <pc:sldMk cId="2734987746" sldId="1810"/>
        </pc:sldMkLst>
      </pc:sldChg>
      <pc:sldChg chg="addSp delSp modSp add mod">
        <pc:chgData name="Raphael Wu" userId="222e91bd63df5811" providerId="LiveId" clId="{534A9F1F-5294-42C7-A279-6BCD5E88610A}" dt="2026-09-13T05:30:37.654" v="1629" actId="478"/>
        <pc:sldMkLst>
          <pc:docMk/>
          <pc:sldMk cId="3532518113" sldId="1810"/>
        </pc:sldMkLst>
        <pc:spChg chg="mod">
          <ac:chgData name="Raphael Wu" userId="222e91bd63df5811" providerId="LiveId" clId="{534A9F1F-5294-42C7-A279-6BCD5E88610A}" dt="2026-09-13T04:54:04.153" v="1625" actId="6549"/>
          <ac:spMkLst>
            <pc:docMk/>
            <pc:sldMk cId="3532518113" sldId="1810"/>
            <ac:spMk id="5" creationId="{733A4835-4400-8161-9F80-8884D0C4CE87}"/>
          </ac:spMkLst>
        </pc:spChg>
        <pc:picChg chg="add del mod">
          <ac:chgData name="Raphael Wu" userId="222e91bd63df5811" providerId="LiveId" clId="{534A9F1F-5294-42C7-A279-6BCD5E88610A}" dt="2026-09-13T05:30:37.654" v="1629" actId="478"/>
          <ac:picMkLst>
            <pc:docMk/>
            <pc:sldMk cId="3532518113" sldId="1810"/>
            <ac:picMk id="3" creationId="{D169CD65-8E5E-311A-4830-00FB86717E9C}"/>
          </ac:picMkLst>
        </pc:picChg>
      </pc:sldChg>
      <pc:sldChg chg="delSp del">
        <pc:chgData name="Raphael Wu" userId="222e91bd63df5811" providerId="LiveId" clId="{534A9F1F-5294-42C7-A279-6BCD5E88610A}" dt="2026-09-13T03:11:09.087" v="1195" actId="47"/>
        <pc:sldMkLst>
          <pc:docMk/>
          <pc:sldMk cId="1693653662" sldId="1811"/>
        </pc:sldMkLst>
      </pc:sldChg>
      <pc:sldChg chg="del">
        <pc:chgData name="Raphael Wu" userId="222e91bd63df5811" providerId="LiveId" clId="{534A9F1F-5294-42C7-A279-6BCD5E88610A}" dt="2026-09-13T03:11:09.087" v="1195" actId="47"/>
        <pc:sldMkLst>
          <pc:docMk/>
          <pc:sldMk cId="3615722102" sldId="181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影像 " r:id="rId2" imgW="11050542" imgH="2095793" progId="MSPhotoEd.3">
                  <p:embed/>
                </p:oleObj>
              </mc:Choice>
              <mc:Fallback>
                <p:oleObj name="Photo Editor 影像 " r:id="rId2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tutoyo.com.tw/web/product/product_in.jsp?pd_no=PD1653291042305&amp;lang=tw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tutoyo.com/news/new-mitutoyo-usb-input-tool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日期：</a:t>
            </a:r>
            <a:r>
              <a:rPr lang="en-US" altLang="zh-TW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2026/08/18</a:t>
            </a: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8163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需求單位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</a:t>
                      </a:r>
                      <a:endParaRPr lang="en-US" altLang="zh-TW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預計完成時間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366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Holder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旋入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+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2" action="ppaction://hlinksldjump"/>
                        </a:rPr>
                        <a:t>扭力確認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2026/3/31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2026/7/30</a:t>
                      </a:r>
                      <a:endParaRPr lang="en-US" altLang="zh-TW" sz="1200" b="0" strike="sng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旋轉偏心扭力計讀取，雜訊消除測試。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雜訊處理。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品質穩定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節省人力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2026/6/30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提升重工效率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" action="ppaction://noaction"/>
                        </a:rPr>
                        <a:t>FAU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" action="ppaction://noaction"/>
                        </a:rPr>
                        <a:t>驗證程式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2026/07/24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2026/08/14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各光纖</a:t>
                      </a: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Y Offset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設定</a:t>
                      </a:r>
                      <a:r>
                        <a:rPr lang="en-US" altLang="zh-TW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UI</a:t>
                      </a: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持續驗證數值正確性。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節省重覆計算時間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避免人工計算錯誤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副理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5907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量測儀器數據輸入工具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(USB Input Tool)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0132EF5-27F5-74E3-91E2-720C37277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447800"/>
            <a:ext cx="4514286" cy="290476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B5708E-F432-0089-C98C-ADBC5C37E6EF}"/>
              </a:ext>
            </a:extLst>
          </p:cNvPr>
          <p:cNvSpPr txBox="1"/>
          <p:nvPr/>
        </p:nvSpPr>
        <p:spPr>
          <a:xfrm>
            <a:off x="7162800" y="6280919"/>
            <a:ext cx="19050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b="0" kern="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USB INPUT TOOL</a:t>
            </a:r>
            <a:endParaRPr lang="en-US" altLang="zh-TW" sz="105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1050" b="0" kern="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New Mitutoyo USB Input Tool</a:t>
            </a:r>
            <a:endParaRPr lang="en-US" altLang="zh-TW" sz="105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38500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0F4C-2A3A-C32C-2970-E2A5C43A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5C3D193-4FEA-8A92-03A2-12886F0B3F6B}"/>
              </a:ext>
            </a:extLst>
          </p:cNvPr>
          <p:cNvSpPr txBox="1"/>
          <p:nvPr/>
        </p:nvSpPr>
        <p:spPr>
          <a:xfrm>
            <a:off x="403354" y="380999"/>
            <a:ext cx="464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HID (Human Interface Device)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E356882-EF0E-BF07-6006-203163BE0A01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8305800" cy="548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目的：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為了人機介面的互動。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避開艱困的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Windows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或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Linux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領域，使用系統提供的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HID APIs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與韌體程式通訊。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+mn-ea"/>
                <a:cs typeface="Segoe UI" panose="020B0502040204020203" pitchFamily="34" charset="0"/>
              </a:rPr>
              <a:t>本專案使用到的參數：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 err="1">
                <a:latin typeface="+mn-ea"/>
                <a:ea typeface="+mn-ea"/>
                <a:cs typeface="Segoe UI" panose="020B0502040204020203" pitchFamily="34" charset="0"/>
              </a:rPr>
              <a:t>UsagePage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Usage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endParaRPr lang="zh-TW" altLang="zh-TW" sz="2000" b="0" dirty="0">
              <a:latin typeface="+mn-ea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9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RawInput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12FCCF9-1205-AA37-E282-E387FA7BBBCA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8305800" cy="548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Segoe UI" panose="020B0502040204020203" pitchFamily="34" charset="0"/>
                <a:cs typeface="Segoe UI" panose="020B0502040204020203" pitchFamily="34" charset="0"/>
              </a:rPr>
              <a:t>目的：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為了人機介面的互動。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避開艱困的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Windows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或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Linux Driver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領域，使用系統提供的 </a:t>
            </a: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HID APIs 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與韌體程式通訊。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>
                <a:latin typeface="+mn-ea"/>
                <a:cs typeface="Segoe UI" panose="020B0502040204020203" pitchFamily="34" charset="0"/>
              </a:rPr>
              <a:t>本專案使用到的參數：</a:t>
            </a:r>
            <a:endParaRPr lang="en-US" altLang="zh-TW" sz="2000" b="0" kern="0" dirty="0">
              <a:latin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 err="1">
                <a:latin typeface="+mn-ea"/>
                <a:ea typeface="+mn-ea"/>
                <a:cs typeface="Segoe UI" panose="020B0502040204020203" pitchFamily="34" charset="0"/>
              </a:rPr>
              <a:t>UsagePage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TW" sz="2000" b="0" kern="0" dirty="0">
                <a:latin typeface="+mn-ea"/>
                <a:ea typeface="+mn-ea"/>
                <a:cs typeface="Segoe UI" panose="020B0502040204020203" pitchFamily="34" charset="0"/>
              </a:rPr>
              <a:t>Usage</a:t>
            </a:r>
            <a:r>
              <a:rPr lang="zh-TW" altLang="en-US" sz="2000" b="0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TW" sz="2000" b="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lvl="1">
              <a:lnSpc>
                <a:spcPts val="3000"/>
              </a:lnSpc>
              <a:buClrTx/>
              <a:buFont typeface="Wingdings" panose="05000000000000000000" pitchFamily="2" charset="2"/>
              <a:buChar char="l"/>
            </a:pPr>
            <a:endParaRPr lang="zh-TW" altLang="zh-TW" sz="2000" b="0" dirty="0">
              <a:latin typeface="+mn-ea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518113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153752</TotalTime>
  <Words>242</Words>
  <Application>Microsoft Office PowerPoint</Application>
  <PresentationFormat>如螢幕大小 (4:3)</PresentationFormat>
  <Paragraphs>73</Paragraphs>
  <Slides>6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Segoe UI</vt:lpstr>
      <vt:lpstr>Times New Roman</vt:lpstr>
      <vt:lpstr>Wingdings</vt:lpstr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 Wu</cp:lastModifiedBy>
  <cp:revision>10816</cp:revision>
  <cp:lastPrinted>2019-02-20T00:08:27Z</cp:lastPrinted>
  <dcterms:created xsi:type="dcterms:W3CDTF">2003-08-13T01:23:13Z</dcterms:created>
  <dcterms:modified xsi:type="dcterms:W3CDTF">2026-09-13T05:30:47Z</dcterms:modified>
</cp:coreProperties>
</file>