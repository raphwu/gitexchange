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4" r:id="rId1"/>
  </p:sldMasterIdLst>
  <p:notesMasterIdLst>
    <p:notesMasterId r:id="rId14"/>
  </p:notesMasterIdLst>
  <p:handoutMasterIdLst>
    <p:handoutMasterId r:id="rId15"/>
  </p:handoutMasterIdLst>
  <p:sldIdLst>
    <p:sldId id="1161" r:id="rId2"/>
    <p:sldId id="1773" r:id="rId3"/>
    <p:sldId id="1813" r:id="rId4"/>
    <p:sldId id="1771" r:id="rId5"/>
    <p:sldId id="1817" r:id="rId6"/>
    <p:sldId id="1818" r:id="rId7"/>
    <p:sldId id="1819" r:id="rId8"/>
    <p:sldId id="1824" r:id="rId9"/>
    <p:sldId id="1823" r:id="rId10"/>
    <p:sldId id="1827" r:id="rId11"/>
    <p:sldId id="1825" r:id="rId12"/>
    <p:sldId id="1826" r:id="rId13"/>
  </p:sldIdLst>
  <p:sldSz cx="9144000" cy="6858000" type="screen4x3"/>
  <p:notesSz cx="9866313" cy="14295438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Arial" charset="0"/>
        <a:ea typeface="新細明體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Arial" charset="0"/>
        <a:ea typeface="新細明體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Arial" charset="0"/>
        <a:ea typeface="新細明體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Arial" charset="0"/>
        <a:ea typeface="新細明體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Arial" charset="0"/>
        <a:ea typeface="新細明體" charset="-120"/>
        <a:cs typeface="+mn-cs"/>
      </a:defRPr>
    </a:lvl5pPr>
    <a:lvl6pPr marL="2286000" algn="l" defTabSz="914400" rtl="0" eaLnBrk="1" latinLnBrk="0" hangingPunct="1">
      <a:defRPr kumimoji="1" sz="2800" b="1" kern="1200">
        <a:solidFill>
          <a:schemeClr val="tx1"/>
        </a:solidFill>
        <a:latin typeface="Arial" charset="0"/>
        <a:ea typeface="新細明體" charset="-120"/>
        <a:cs typeface="+mn-cs"/>
      </a:defRPr>
    </a:lvl6pPr>
    <a:lvl7pPr marL="2743200" algn="l" defTabSz="914400" rtl="0" eaLnBrk="1" latinLnBrk="0" hangingPunct="1">
      <a:defRPr kumimoji="1" sz="2800" b="1" kern="1200">
        <a:solidFill>
          <a:schemeClr val="tx1"/>
        </a:solidFill>
        <a:latin typeface="Arial" charset="0"/>
        <a:ea typeface="新細明體" charset="-120"/>
        <a:cs typeface="+mn-cs"/>
      </a:defRPr>
    </a:lvl7pPr>
    <a:lvl8pPr marL="3200400" algn="l" defTabSz="914400" rtl="0" eaLnBrk="1" latinLnBrk="0" hangingPunct="1">
      <a:defRPr kumimoji="1" sz="2800" b="1" kern="1200">
        <a:solidFill>
          <a:schemeClr val="tx1"/>
        </a:solidFill>
        <a:latin typeface="Arial" charset="0"/>
        <a:ea typeface="新細明體" charset="-120"/>
        <a:cs typeface="+mn-cs"/>
      </a:defRPr>
    </a:lvl8pPr>
    <a:lvl9pPr marL="3657600" algn="l" defTabSz="914400" rtl="0" eaLnBrk="1" latinLnBrk="0" hangingPunct="1">
      <a:defRPr kumimoji="1" sz="2800" b="1" kern="1200">
        <a:solidFill>
          <a:schemeClr val="tx1"/>
        </a:solidFill>
        <a:latin typeface="Arial" charset="0"/>
        <a:ea typeface="新細明體" charset="-120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227519E2-A0D3-4B5B-94BE-A13338663232}">
          <p14:sldIdLst>
            <p14:sldId id="1161"/>
            <p14:sldId id="1773"/>
            <p14:sldId id="1813"/>
            <p14:sldId id="1771"/>
          </p14:sldIdLst>
        </p14:section>
        <p14:section name="旋入機" id="{6E21C94B-659B-486C-8749-ABB8554147FA}">
          <p14:sldIdLst/>
        </p14:section>
        <p14:section name="切割機" id="{C4586997-6D46-442B-8509-C2FA808EFB70}">
          <p14:sldIdLst/>
        </p14:section>
        <p14:section name="PHC" id="{E3ECE8C6-B7B5-42D9-AEE8-5A5463C8C177}">
          <p14:sldIdLst>
            <p14:sldId id="1817"/>
            <p14:sldId id="1818"/>
            <p14:sldId id="1819"/>
            <p14:sldId id="1824"/>
            <p14:sldId id="1823"/>
            <p14:sldId id="1827"/>
            <p14:sldId id="1825"/>
            <p14:sldId id="1826"/>
          </p14:sldIdLst>
        </p14:section>
        <p14:section name="FAU" id="{CDCCF024-9AFD-4733-818B-F522D487D7EF}">
          <p14:sldIdLst/>
        </p14:section>
        <p14:section name="改機/維修" id="{61EABBFE-1824-4B3D-92C1-02F542C96554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7">
          <p15:clr>
            <a:srgbClr val="A4A3A4"/>
          </p15:clr>
        </p15:guide>
        <p15:guide id="2" pos="2122">
          <p15:clr>
            <a:srgbClr val="A4A3A4"/>
          </p15:clr>
        </p15:guide>
        <p15:guide id="3" orient="horz" pos="4502">
          <p15:clr>
            <a:srgbClr val="A4A3A4"/>
          </p15:clr>
        </p15:guide>
        <p15:guide id="4" pos="31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A7D1"/>
    <a:srgbClr val="FF9900"/>
    <a:srgbClr val="006666"/>
    <a:srgbClr val="008000"/>
    <a:srgbClr val="FF0066"/>
    <a:srgbClr val="FF3300"/>
    <a:srgbClr val="FFFF99"/>
    <a:srgbClr val="FF00FF"/>
    <a:srgbClr val="FFFF00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3C1456-0958-48D9-885B-4E3972013589}" v="246" dt="2026-08-17T20:17:21.25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C083E6E3-FA7D-4D7B-A595-EF9225AFEA82}" styleName="淺色樣式 1 - 輔色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D083AE6-46FA-4A59-8FB0-9F97EB10719F}" styleName="淺色樣式 3 - 輔色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5758FB7-9AC5-4552-8A53-C91805E547FA}" styleName="佈景主題樣式 1 - 輔色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佈景主題樣式 1 - 輔色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84E427A-3D55-4303-BF80-6455036E1DE7}" styleName="佈景主題樣式 1 - 輔色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93D81CF-94F2-401A-BA57-92F5A7B2D0C5}" styleName="中等深淺樣式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929F9F4-4A8F-4326-A1B4-22849713DDAB}" styleName="深色樣式 1 - 輔色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6D9F66E-5EB9-4882-86FB-DCBF35E3C3E4}" styleName="中等深淺樣式 4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327F97BB-C833-4FB7-BDE5-3F7075034690}" styleName="佈景主題樣式 2 - 輔色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AF606853-7671-496A-8E4F-DF71F8EC918B}" styleName="深色樣式 1 - 輔色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B4B98B0-60AC-42C2-AFA5-B58CD77FA1E5}" styleName="淺色樣式 1 - 輔色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638B1855-1B75-4FBE-930C-398BA8C253C6}" styleName="佈景主題樣式 2 - 輔色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B9631B5-78F2-41C9-869B-9F39066F8104}" styleName="中等深淺樣式 3 - 輔色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113A9D2-9D6B-4929-AA2D-F23B5EE8CBE7}" styleName="佈景主題樣式 2 - 輔色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佈景主題樣式 2 - 輔色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E8034E78-7F5D-4C2E-B375-FC64B27BC917}" styleName="深色樣式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B1032C-EA38-4F05-BA0D-38AFFFC7BED3}" styleName="淺色樣式 3 - 輔色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7AC3CCA-C797-4891-BE02-D94E43425B78}" styleName="中等深淺樣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佈景主題樣式 1 - 輔色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616DA210-FB5B-4158-B5E0-FEB733F419BA}" styleName="淺色樣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660B408-B3CF-4A94-85FC-2B1E0A45F4A2}" styleName="深色樣式 2 - 輔色 1/輔色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904" autoAdjust="0"/>
    <p:restoredTop sz="94084" autoAdjust="0"/>
  </p:normalViewPr>
  <p:slideViewPr>
    <p:cSldViewPr>
      <p:cViewPr varScale="1">
        <p:scale>
          <a:sx n="120" d="100"/>
          <a:sy n="120" d="100"/>
        </p:scale>
        <p:origin x="1902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61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>
      <p:cViewPr varScale="1">
        <p:scale>
          <a:sx n="50" d="100"/>
          <a:sy n="50" d="100"/>
        </p:scale>
        <p:origin x="-1950" y="-108"/>
      </p:cViewPr>
      <p:guideLst>
        <p:guide orient="horz" pos="3107"/>
        <p:guide pos="2122"/>
        <p:guide orient="horz" pos="4502"/>
        <p:guide pos="31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phael Wu" userId="222e91bd63df5811" providerId="LiveId" clId="{534A9F1F-5294-42C7-A279-6BCD5E88610A}"/>
    <pc:docChg chg="undo redo custSel addSld delSld modSld modSection">
      <pc:chgData name="Raphael Wu" userId="222e91bd63df5811" providerId="LiveId" clId="{534A9F1F-5294-42C7-A279-6BCD5E88610A}" dt="2026-08-17T20:17:21.258" v="1191" actId="478"/>
      <pc:docMkLst>
        <pc:docMk/>
      </pc:docMkLst>
      <pc:sldChg chg="modSp mod">
        <pc:chgData name="Raphael Wu" userId="222e91bd63df5811" providerId="LiveId" clId="{534A9F1F-5294-42C7-A279-6BCD5E88610A}" dt="2026-08-17T20:15:52.610" v="1183"/>
        <pc:sldMkLst>
          <pc:docMk/>
          <pc:sldMk cId="502768695" sldId="1773"/>
        </pc:sldMkLst>
        <pc:graphicFrameChg chg="mod modGraphic">
          <ac:chgData name="Raphael Wu" userId="222e91bd63df5811" providerId="LiveId" clId="{534A9F1F-5294-42C7-A279-6BCD5E88610A}" dt="2026-08-17T20:15:52.610" v="1183"/>
          <ac:graphicFrameMkLst>
            <pc:docMk/>
            <pc:sldMk cId="502768695" sldId="1773"/>
            <ac:graphicFrameMk id="13" creationId="{00000000-0000-0000-0000-000000000000}"/>
          </ac:graphicFrameMkLst>
        </pc:graphicFrameChg>
      </pc:sldChg>
      <pc:sldChg chg="delSp mod">
        <pc:chgData name="Raphael Wu" userId="222e91bd63df5811" providerId="LiveId" clId="{534A9F1F-5294-42C7-A279-6BCD5E88610A}" dt="2026-08-17T20:17:02.882" v="1184" actId="478"/>
        <pc:sldMkLst>
          <pc:docMk/>
          <pc:sldMk cId="1299388070" sldId="1802"/>
        </pc:sldMkLst>
        <pc:spChg chg="del">
          <ac:chgData name="Raphael Wu" userId="222e91bd63df5811" providerId="LiveId" clId="{534A9F1F-5294-42C7-A279-6BCD5E88610A}" dt="2026-08-17T20:17:02.882" v="1184" actId="478"/>
          <ac:spMkLst>
            <pc:docMk/>
            <pc:sldMk cId="1299388070" sldId="1802"/>
            <ac:spMk id="7" creationId="{00000000-0000-0000-0000-000000000000}"/>
          </ac:spMkLst>
        </pc:spChg>
        <pc:spChg chg="del">
          <ac:chgData name="Raphael Wu" userId="222e91bd63df5811" providerId="LiveId" clId="{534A9F1F-5294-42C7-A279-6BCD5E88610A}" dt="2026-08-17T20:17:02.882" v="1184" actId="478"/>
          <ac:spMkLst>
            <pc:docMk/>
            <pc:sldMk cId="1299388070" sldId="1802"/>
            <ac:spMk id="11" creationId="{00000000-0000-0000-0000-000000000000}"/>
          </ac:spMkLst>
        </pc:spChg>
        <pc:spChg chg="del">
          <ac:chgData name="Raphael Wu" userId="222e91bd63df5811" providerId="LiveId" clId="{534A9F1F-5294-42C7-A279-6BCD5E88610A}" dt="2026-08-17T20:17:02.882" v="1184" actId="478"/>
          <ac:spMkLst>
            <pc:docMk/>
            <pc:sldMk cId="1299388070" sldId="1802"/>
            <ac:spMk id="30" creationId="{00000000-0000-0000-0000-000000000000}"/>
          </ac:spMkLst>
        </pc:spChg>
        <pc:spChg chg="del">
          <ac:chgData name="Raphael Wu" userId="222e91bd63df5811" providerId="LiveId" clId="{534A9F1F-5294-42C7-A279-6BCD5E88610A}" dt="2026-08-17T20:17:02.882" v="1184" actId="478"/>
          <ac:spMkLst>
            <pc:docMk/>
            <pc:sldMk cId="1299388070" sldId="1802"/>
            <ac:spMk id="31" creationId="{00000000-0000-0000-0000-000000000000}"/>
          </ac:spMkLst>
        </pc:spChg>
        <pc:cxnChg chg="del">
          <ac:chgData name="Raphael Wu" userId="222e91bd63df5811" providerId="LiveId" clId="{534A9F1F-5294-42C7-A279-6BCD5E88610A}" dt="2026-08-17T20:17:02.882" v="1184" actId="478"/>
          <ac:cxnSpMkLst>
            <pc:docMk/>
            <pc:sldMk cId="1299388070" sldId="1802"/>
            <ac:cxnSpMk id="9" creationId="{00000000-0000-0000-0000-000000000000}"/>
          </ac:cxnSpMkLst>
        </pc:cxnChg>
        <pc:cxnChg chg="del">
          <ac:chgData name="Raphael Wu" userId="222e91bd63df5811" providerId="LiveId" clId="{534A9F1F-5294-42C7-A279-6BCD5E88610A}" dt="2026-08-17T20:17:02.882" v="1184" actId="478"/>
          <ac:cxnSpMkLst>
            <pc:docMk/>
            <pc:sldMk cId="1299388070" sldId="1802"/>
            <ac:cxnSpMk id="14" creationId="{00000000-0000-0000-0000-000000000000}"/>
          </ac:cxnSpMkLst>
        </pc:cxnChg>
        <pc:cxnChg chg="del">
          <ac:chgData name="Raphael Wu" userId="222e91bd63df5811" providerId="LiveId" clId="{534A9F1F-5294-42C7-A279-6BCD5E88610A}" dt="2026-08-17T20:17:02.882" v="1184" actId="478"/>
          <ac:cxnSpMkLst>
            <pc:docMk/>
            <pc:sldMk cId="1299388070" sldId="1802"/>
            <ac:cxnSpMk id="22" creationId="{00000000-0000-0000-0000-000000000000}"/>
          </ac:cxnSpMkLst>
        </pc:cxnChg>
        <pc:cxnChg chg="del">
          <ac:chgData name="Raphael Wu" userId="222e91bd63df5811" providerId="LiveId" clId="{534A9F1F-5294-42C7-A279-6BCD5E88610A}" dt="2026-08-17T20:17:02.882" v="1184" actId="478"/>
          <ac:cxnSpMkLst>
            <pc:docMk/>
            <pc:sldMk cId="1299388070" sldId="1802"/>
            <ac:cxnSpMk id="25" creationId="{00000000-0000-0000-0000-000000000000}"/>
          </ac:cxnSpMkLst>
        </pc:cxnChg>
        <pc:cxnChg chg="del">
          <ac:chgData name="Raphael Wu" userId="222e91bd63df5811" providerId="LiveId" clId="{534A9F1F-5294-42C7-A279-6BCD5E88610A}" dt="2026-08-17T20:17:02.882" v="1184" actId="478"/>
          <ac:cxnSpMkLst>
            <pc:docMk/>
            <pc:sldMk cId="1299388070" sldId="1802"/>
            <ac:cxnSpMk id="28" creationId="{00000000-0000-0000-0000-000000000000}"/>
          </ac:cxnSpMkLst>
        </pc:cxnChg>
      </pc:sldChg>
      <pc:sldChg chg="del">
        <pc:chgData name="Raphael Wu" userId="222e91bd63df5811" providerId="LiveId" clId="{534A9F1F-5294-42C7-A279-6BCD5E88610A}" dt="2026-08-17T20:17:09.866" v="1185" actId="2696"/>
        <pc:sldMkLst>
          <pc:docMk/>
          <pc:sldMk cId="1169137882" sldId="1807"/>
        </pc:sldMkLst>
      </pc:sldChg>
      <pc:sldChg chg="delSp">
        <pc:chgData name="Raphael Wu" userId="222e91bd63df5811" providerId="LiveId" clId="{534A9F1F-5294-42C7-A279-6BCD5E88610A}" dt="2026-08-17T20:17:21.258" v="1191" actId="478"/>
        <pc:sldMkLst>
          <pc:docMk/>
          <pc:sldMk cId="1638500657" sldId="1808"/>
        </pc:sldMkLst>
        <pc:picChg chg="del">
          <ac:chgData name="Raphael Wu" userId="222e91bd63df5811" providerId="LiveId" clId="{534A9F1F-5294-42C7-A279-6BCD5E88610A}" dt="2026-08-17T20:17:20.896" v="1190" actId="478"/>
          <ac:picMkLst>
            <pc:docMk/>
            <pc:sldMk cId="1638500657" sldId="1808"/>
            <ac:picMk id="3074" creationId="{00000000-0000-0000-0000-000000000000}"/>
          </ac:picMkLst>
        </pc:picChg>
        <pc:picChg chg="del">
          <ac:chgData name="Raphael Wu" userId="222e91bd63df5811" providerId="LiveId" clId="{534A9F1F-5294-42C7-A279-6BCD5E88610A}" dt="2026-08-17T20:17:21.258" v="1191" actId="478"/>
          <ac:picMkLst>
            <pc:docMk/>
            <pc:sldMk cId="1638500657" sldId="1808"/>
            <ac:picMk id="3075" creationId="{00000000-0000-0000-0000-000000000000}"/>
          </ac:picMkLst>
        </pc:picChg>
      </pc:sldChg>
      <pc:sldChg chg="delSp">
        <pc:chgData name="Raphael Wu" userId="222e91bd63df5811" providerId="LiveId" clId="{534A9F1F-5294-42C7-A279-6BCD5E88610A}" dt="2026-08-17T20:17:17.108" v="1189" actId="478"/>
        <pc:sldMkLst>
          <pc:docMk/>
          <pc:sldMk cId="2734987746" sldId="1810"/>
        </pc:sldMkLst>
        <pc:grpChg chg="del">
          <ac:chgData name="Raphael Wu" userId="222e91bd63df5811" providerId="LiveId" clId="{534A9F1F-5294-42C7-A279-6BCD5E88610A}" dt="2026-08-17T20:17:16.225" v="1188" actId="478"/>
          <ac:grpSpMkLst>
            <pc:docMk/>
            <pc:sldMk cId="2734987746" sldId="1810"/>
            <ac:grpSpMk id="3" creationId="{00000000-0000-0000-0000-000000000000}"/>
          </ac:grpSpMkLst>
        </pc:grpChg>
        <pc:grpChg chg="del">
          <ac:chgData name="Raphael Wu" userId="222e91bd63df5811" providerId="LiveId" clId="{534A9F1F-5294-42C7-A279-6BCD5E88610A}" dt="2026-08-17T20:17:17.108" v="1189" actId="478"/>
          <ac:grpSpMkLst>
            <pc:docMk/>
            <pc:sldMk cId="2734987746" sldId="1810"/>
            <ac:grpSpMk id="4" creationId="{00000000-0000-0000-0000-000000000000}"/>
          </ac:grpSpMkLst>
        </pc:grpChg>
      </pc:sldChg>
      <pc:sldChg chg="delSp">
        <pc:chgData name="Raphael Wu" userId="222e91bd63df5811" providerId="LiveId" clId="{534A9F1F-5294-42C7-A279-6BCD5E88610A}" dt="2026-08-17T20:17:13.988" v="1187" actId="478"/>
        <pc:sldMkLst>
          <pc:docMk/>
          <pc:sldMk cId="1693653662" sldId="1811"/>
        </pc:sldMkLst>
        <pc:picChg chg="del">
          <ac:chgData name="Raphael Wu" userId="222e91bd63df5811" providerId="LiveId" clId="{534A9F1F-5294-42C7-A279-6BCD5E88610A}" dt="2026-08-17T20:17:13.988" v="1187" actId="478"/>
          <ac:picMkLst>
            <pc:docMk/>
            <pc:sldMk cId="1693653662" sldId="1811"/>
            <ac:picMk id="5122" creationId="{00000000-0000-0000-0000-000000000000}"/>
          </ac:picMkLst>
        </pc:picChg>
        <pc:picChg chg="del">
          <ac:chgData name="Raphael Wu" userId="222e91bd63df5811" providerId="LiveId" clId="{534A9F1F-5294-42C7-A279-6BCD5E88610A}" dt="2026-08-17T20:17:13.389" v="1186" actId="478"/>
          <ac:picMkLst>
            <pc:docMk/>
            <pc:sldMk cId="1693653662" sldId="1811"/>
            <ac:picMk id="5123" creationId="{00000000-0000-0000-0000-000000000000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83C8DC5-F6E9-44FD-A31E-70232E605E81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TW" altLang="en-US"/>
        </a:p>
      </dgm:t>
    </dgm:pt>
    <dgm:pt modelId="{ADCCFE01-35CA-447A-BCBC-9832920B9830}">
      <dgm:prSet phldrT="[文字]" custT="1"/>
      <dgm:spPr/>
      <dgm:t>
        <a:bodyPr/>
        <a:lstStyle/>
        <a:p>
          <a:r>
            <a:rPr lang="zh-TW" altLang="en-US" sz="2800" dirty="0"/>
            <a:t>設備辨識</a:t>
          </a:r>
        </a:p>
      </dgm:t>
    </dgm:pt>
    <dgm:pt modelId="{F202609C-0F7E-4BE4-AE04-A974F675C727}" type="parTrans" cxnId="{BA14386E-3316-454C-AAAA-11656F5A7A95}">
      <dgm:prSet/>
      <dgm:spPr/>
      <dgm:t>
        <a:bodyPr/>
        <a:lstStyle/>
        <a:p>
          <a:endParaRPr lang="zh-TW" altLang="en-US"/>
        </a:p>
      </dgm:t>
    </dgm:pt>
    <dgm:pt modelId="{CC2D64D6-EEBE-4832-BF92-41CC14E07E3A}" type="sibTrans" cxnId="{BA14386E-3316-454C-AAAA-11656F5A7A95}">
      <dgm:prSet/>
      <dgm:spPr/>
      <dgm:t>
        <a:bodyPr/>
        <a:lstStyle/>
        <a:p>
          <a:endParaRPr lang="zh-TW" altLang="en-US"/>
        </a:p>
      </dgm:t>
    </dgm:pt>
    <dgm:pt modelId="{3134EF61-2648-4D14-A900-704CD08FF7B6}">
      <dgm:prSet phldrT="[文字]"/>
      <dgm:spPr/>
      <dgm:t>
        <a:bodyPr/>
        <a:lstStyle/>
        <a:p>
          <a:r>
            <a:rPr lang="zh-TW" altLang="en-US" dirty="0"/>
            <a:t>多組相同設備</a:t>
          </a:r>
          <a:r>
            <a:rPr lang="en-US" altLang="zh-TW" dirty="0"/>
            <a:t>(</a:t>
          </a:r>
          <a:r>
            <a:rPr lang="zh-TW" altLang="en-US" dirty="0"/>
            <a:t>比如兩組高度計</a:t>
          </a:r>
          <a:r>
            <a:rPr lang="en-US" altLang="zh-TW" dirty="0"/>
            <a:t>)</a:t>
          </a:r>
          <a:endParaRPr lang="zh-TW" altLang="en-US" dirty="0"/>
        </a:p>
      </dgm:t>
    </dgm:pt>
    <dgm:pt modelId="{552D127B-13A1-4974-AEB5-0E865F57B80C}" type="parTrans" cxnId="{32B1ED88-115D-49D0-9C54-E44D43097FB8}">
      <dgm:prSet/>
      <dgm:spPr/>
      <dgm:t>
        <a:bodyPr/>
        <a:lstStyle/>
        <a:p>
          <a:endParaRPr lang="zh-TW" altLang="en-US"/>
        </a:p>
      </dgm:t>
    </dgm:pt>
    <dgm:pt modelId="{5B339857-E0C2-43C6-A6D6-D68FCF3A46DD}" type="sibTrans" cxnId="{32B1ED88-115D-49D0-9C54-E44D43097FB8}">
      <dgm:prSet/>
      <dgm:spPr/>
      <dgm:t>
        <a:bodyPr/>
        <a:lstStyle/>
        <a:p>
          <a:endParaRPr lang="zh-TW" altLang="en-US"/>
        </a:p>
      </dgm:t>
    </dgm:pt>
    <dgm:pt modelId="{9C245EBE-D803-446B-945D-588522F128C0}">
      <dgm:prSet phldrT="[文字]"/>
      <dgm:spPr/>
      <dgm:t>
        <a:bodyPr/>
        <a:lstStyle/>
        <a:p>
          <a:r>
            <a:rPr lang="zh-TW" altLang="en-US" dirty="0"/>
            <a:t>同時接收多個</a:t>
          </a:r>
          <a:r>
            <a:rPr lang="en-US" altLang="zh-TW" dirty="0"/>
            <a:t>HID</a:t>
          </a:r>
          <a:r>
            <a:rPr lang="zh-TW" altLang="en-US" dirty="0"/>
            <a:t>設備</a:t>
          </a:r>
        </a:p>
      </dgm:t>
    </dgm:pt>
    <dgm:pt modelId="{BC5E1EE3-5252-4E39-B139-F618A56CC9CA}" type="parTrans" cxnId="{E4BDFFDB-75DB-469D-AD23-8B4E2EE01CF5}">
      <dgm:prSet/>
      <dgm:spPr/>
      <dgm:t>
        <a:bodyPr/>
        <a:lstStyle/>
        <a:p>
          <a:endParaRPr lang="zh-TW" altLang="en-US"/>
        </a:p>
      </dgm:t>
    </dgm:pt>
    <dgm:pt modelId="{D70F5839-0CA4-435C-AEE5-10FC8C6CFA93}" type="sibTrans" cxnId="{E4BDFFDB-75DB-469D-AD23-8B4E2EE01CF5}">
      <dgm:prSet/>
      <dgm:spPr/>
      <dgm:t>
        <a:bodyPr/>
        <a:lstStyle/>
        <a:p>
          <a:endParaRPr lang="zh-TW" altLang="en-US"/>
        </a:p>
      </dgm:t>
    </dgm:pt>
    <dgm:pt modelId="{241B0946-D648-4158-88E0-806BED01A940}">
      <dgm:prSet phldrT="[文字]" custT="1"/>
      <dgm:spPr/>
      <dgm:t>
        <a:bodyPr/>
        <a:lstStyle/>
        <a:p>
          <a:r>
            <a:rPr lang="zh-TW" altLang="en-US" sz="2800" b="0" dirty="0">
              <a:latin typeface="+mn-ea"/>
              <a:ea typeface="+mn-ea"/>
              <a:cs typeface="Calibri" panose="020F0502020204030204" pitchFamily="34" charset="0"/>
            </a:rPr>
            <a:t>背景接收能力</a:t>
          </a:r>
          <a:endParaRPr lang="zh-TW" altLang="en-US" sz="2800" dirty="0"/>
        </a:p>
      </dgm:t>
    </dgm:pt>
    <dgm:pt modelId="{A0EAC747-F4A2-48FE-B73B-F665371C46B9}" type="parTrans" cxnId="{95FBDDD6-7480-423F-8B0F-891AB5A62F3A}">
      <dgm:prSet/>
      <dgm:spPr/>
      <dgm:t>
        <a:bodyPr/>
        <a:lstStyle/>
        <a:p>
          <a:endParaRPr lang="zh-TW" altLang="en-US"/>
        </a:p>
      </dgm:t>
    </dgm:pt>
    <dgm:pt modelId="{823F682C-A216-4993-B3BD-10663972FC91}" type="sibTrans" cxnId="{95FBDDD6-7480-423F-8B0F-891AB5A62F3A}">
      <dgm:prSet/>
      <dgm:spPr/>
      <dgm:t>
        <a:bodyPr/>
        <a:lstStyle/>
        <a:p>
          <a:endParaRPr lang="zh-TW" altLang="en-US"/>
        </a:p>
      </dgm:t>
    </dgm:pt>
    <dgm:pt modelId="{0EBD6150-DF21-4D9B-9670-B2E3501C4B15}">
      <dgm:prSet phldrT="[文字]"/>
      <dgm:spPr/>
      <dgm:t>
        <a:bodyPr/>
        <a:lstStyle/>
        <a:p>
          <a:r>
            <a:rPr lang="zh-TW" altLang="en-US" dirty="0"/>
            <a:t>不需考慮游標位置</a:t>
          </a:r>
        </a:p>
      </dgm:t>
    </dgm:pt>
    <dgm:pt modelId="{7BD19D34-702C-4929-BF6A-877856C947C1}" type="parTrans" cxnId="{4D4A4646-6890-4B3D-976A-0748A2215909}">
      <dgm:prSet/>
      <dgm:spPr/>
      <dgm:t>
        <a:bodyPr/>
        <a:lstStyle/>
        <a:p>
          <a:endParaRPr lang="zh-TW" altLang="en-US"/>
        </a:p>
      </dgm:t>
    </dgm:pt>
    <dgm:pt modelId="{7A37A4F1-E8D3-44EE-BCEC-7BD4D53511CB}" type="sibTrans" cxnId="{4D4A4646-6890-4B3D-976A-0748A2215909}">
      <dgm:prSet/>
      <dgm:spPr/>
      <dgm:t>
        <a:bodyPr/>
        <a:lstStyle/>
        <a:p>
          <a:endParaRPr lang="zh-TW" altLang="en-US"/>
        </a:p>
      </dgm:t>
    </dgm:pt>
    <dgm:pt modelId="{9479D8DE-CECA-43DD-9FCF-598D1B57205F}">
      <dgm:prSet phldrT="[文字]" custT="1"/>
      <dgm:spPr/>
      <dgm:t>
        <a:bodyPr/>
        <a:lstStyle/>
        <a:p>
          <a:r>
            <a:rPr lang="zh-TW" altLang="en-US" sz="2800" dirty="0"/>
            <a:t>高相容性</a:t>
          </a:r>
          <a:br>
            <a:rPr lang="en-US" altLang="zh-TW" sz="2800" dirty="0"/>
          </a:br>
          <a:r>
            <a:rPr lang="zh-TW" altLang="en-US" sz="2800" dirty="0"/>
            <a:t>最低延遲</a:t>
          </a:r>
        </a:p>
      </dgm:t>
    </dgm:pt>
    <dgm:pt modelId="{62F62D8F-4786-4578-9E94-FAAE8B949FB5}" type="parTrans" cxnId="{35D8BE5F-8064-4D4B-95D7-B805FCB8A802}">
      <dgm:prSet/>
      <dgm:spPr/>
      <dgm:t>
        <a:bodyPr/>
        <a:lstStyle/>
        <a:p>
          <a:endParaRPr lang="zh-TW" altLang="en-US"/>
        </a:p>
      </dgm:t>
    </dgm:pt>
    <dgm:pt modelId="{CC6C39FC-D94F-4C45-9AD0-C0CC75A227A6}" type="sibTrans" cxnId="{35D8BE5F-8064-4D4B-95D7-B805FCB8A802}">
      <dgm:prSet/>
      <dgm:spPr/>
      <dgm:t>
        <a:bodyPr/>
        <a:lstStyle/>
        <a:p>
          <a:endParaRPr lang="zh-TW" altLang="en-US"/>
        </a:p>
      </dgm:t>
    </dgm:pt>
    <dgm:pt modelId="{5F6B5351-C055-4A5A-B070-36FC7C51503E}">
      <dgm:prSet phldrT="[文字]"/>
      <dgm:spPr/>
      <dgm:t>
        <a:bodyPr/>
        <a:lstStyle/>
        <a:p>
          <a:r>
            <a:rPr lang="zh-TW" altLang="en-US" dirty="0"/>
            <a:t>直接讀取裝置的原始資料，延遲最低</a:t>
          </a:r>
        </a:p>
      </dgm:t>
    </dgm:pt>
    <dgm:pt modelId="{43794C04-C28C-4330-A074-CBE7E040B012}" type="parTrans" cxnId="{DA83546A-BC0A-4F6C-AEC0-278DCF334410}">
      <dgm:prSet/>
      <dgm:spPr/>
      <dgm:t>
        <a:bodyPr/>
        <a:lstStyle/>
        <a:p>
          <a:endParaRPr lang="zh-TW" altLang="en-US"/>
        </a:p>
      </dgm:t>
    </dgm:pt>
    <dgm:pt modelId="{CD7A6F2B-ADC2-41DA-8BDE-9693D973929A}" type="sibTrans" cxnId="{DA83546A-BC0A-4F6C-AEC0-278DCF334410}">
      <dgm:prSet/>
      <dgm:spPr/>
      <dgm:t>
        <a:bodyPr/>
        <a:lstStyle/>
        <a:p>
          <a:endParaRPr lang="zh-TW" altLang="en-US"/>
        </a:p>
      </dgm:t>
    </dgm:pt>
    <dgm:pt modelId="{3DCD28AC-DF1F-4A6C-84C3-6E9AD97B98D2}">
      <dgm:prSet phldrT="[文字]"/>
      <dgm:spPr/>
      <dgm:t>
        <a:bodyPr/>
        <a:lstStyle/>
        <a:p>
          <a:r>
            <a:rPr lang="zh-TW" altLang="en-US" dirty="0"/>
            <a:t>可自訂客製化裝置的處理</a:t>
          </a:r>
        </a:p>
      </dgm:t>
    </dgm:pt>
    <dgm:pt modelId="{F24DBCFC-3B41-4757-A39D-811E07FAFC68}" type="parTrans" cxnId="{B9EF27FE-3F66-4D96-99F3-1014AA714F79}">
      <dgm:prSet/>
      <dgm:spPr/>
      <dgm:t>
        <a:bodyPr/>
        <a:lstStyle/>
        <a:p>
          <a:endParaRPr lang="zh-TW" altLang="en-US"/>
        </a:p>
      </dgm:t>
    </dgm:pt>
    <dgm:pt modelId="{D612C600-6830-4D30-A9F6-65D47CDF236B}" type="sibTrans" cxnId="{B9EF27FE-3F66-4D96-99F3-1014AA714F79}">
      <dgm:prSet/>
      <dgm:spPr/>
      <dgm:t>
        <a:bodyPr/>
        <a:lstStyle/>
        <a:p>
          <a:endParaRPr lang="zh-TW" altLang="en-US"/>
        </a:p>
      </dgm:t>
    </dgm:pt>
    <dgm:pt modelId="{62CA32B8-DB89-4E6F-930D-E7D02494BA36}">
      <dgm:prSet phldrT="[文字]"/>
      <dgm:spPr/>
      <dgm:t>
        <a:bodyPr/>
        <a:lstStyle/>
        <a:p>
          <a:r>
            <a:rPr lang="zh-TW" altLang="en-US" dirty="0"/>
            <a:t>由程式內部接收資料</a:t>
          </a:r>
        </a:p>
      </dgm:t>
    </dgm:pt>
    <dgm:pt modelId="{60626C8D-ADBD-4923-9A0E-FFF8B8470C94}" type="sibTrans" cxnId="{674B2290-F6C0-42BE-8D53-6A486F2B5936}">
      <dgm:prSet/>
      <dgm:spPr/>
      <dgm:t>
        <a:bodyPr/>
        <a:lstStyle/>
        <a:p>
          <a:endParaRPr lang="zh-TW" altLang="en-US"/>
        </a:p>
      </dgm:t>
    </dgm:pt>
    <dgm:pt modelId="{397C9386-CB92-4CF3-98EA-B27B00570C1A}" type="parTrans" cxnId="{674B2290-F6C0-42BE-8D53-6A486F2B5936}">
      <dgm:prSet/>
      <dgm:spPr/>
      <dgm:t>
        <a:bodyPr/>
        <a:lstStyle/>
        <a:p>
          <a:endParaRPr lang="zh-TW" altLang="en-US"/>
        </a:p>
      </dgm:t>
    </dgm:pt>
    <dgm:pt modelId="{2D259D2C-C4E9-41B0-9F6F-F93E94649B7B}" type="pres">
      <dgm:prSet presAssocID="{283C8DC5-F6E9-44FD-A31E-70232E605E81}" presName="Name0" presStyleCnt="0">
        <dgm:presLayoutVars>
          <dgm:dir/>
          <dgm:animLvl val="lvl"/>
          <dgm:resizeHandles val="exact"/>
        </dgm:presLayoutVars>
      </dgm:prSet>
      <dgm:spPr/>
    </dgm:pt>
    <dgm:pt modelId="{37E25682-A423-4353-8081-34F9C216C539}" type="pres">
      <dgm:prSet presAssocID="{ADCCFE01-35CA-447A-BCBC-9832920B9830}" presName="linNode" presStyleCnt="0"/>
      <dgm:spPr/>
    </dgm:pt>
    <dgm:pt modelId="{64DB661F-E9D7-402D-BEC7-28F3B6319D59}" type="pres">
      <dgm:prSet presAssocID="{ADCCFE01-35CA-447A-BCBC-9832920B9830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BA6D6470-4EEC-4246-AA2C-AF16C20676E6}" type="pres">
      <dgm:prSet presAssocID="{ADCCFE01-35CA-447A-BCBC-9832920B9830}" presName="descendantText" presStyleLbl="alignAccFollowNode1" presStyleIdx="0" presStyleCnt="3">
        <dgm:presLayoutVars>
          <dgm:bulletEnabled val="1"/>
        </dgm:presLayoutVars>
      </dgm:prSet>
      <dgm:spPr/>
    </dgm:pt>
    <dgm:pt modelId="{36B9C489-95E8-4665-B7A3-AA53C478F846}" type="pres">
      <dgm:prSet presAssocID="{CC2D64D6-EEBE-4832-BF92-41CC14E07E3A}" presName="sp" presStyleCnt="0"/>
      <dgm:spPr/>
    </dgm:pt>
    <dgm:pt modelId="{97610CB6-245A-4146-8829-92BD3E746DB0}" type="pres">
      <dgm:prSet presAssocID="{241B0946-D648-4158-88E0-806BED01A940}" presName="linNode" presStyleCnt="0"/>
      <dgm:spPr/>
    </dgm:pt>
    <dgm:pt modelId="{3BA52FED-404C-4DA3-993C-0115A9FB4547}" type="pres">
      <dgm:prSet presAssocID="{241B0946-D648-4158-88E0-806BED01A940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89E42829-A9F1-494B-867B-3B3630DBBA5E}" type="pres">
      <dgm:prSet presAssocID="{241B0946-D648-4158-88E0-806BED01A940}" presName="descendantText" presStyleLbl="alignAccFollowNode1" presStyleIdx="1" presStyleCnt="3">
        <dgm:presLayoutVars>
          <dgm:bulletEnabled val="1"/>
        </dgm:presLayoutVars>
      </dgm:prSet>
      <dgm:spPr/>
    </dgm:pt>
    <dgm:pt modelId="{3ABB1F92-9073-40D6-BA94-318AE1F69FC5}" type="pres">
      <dgm:prSet presAssocID="{823F682C-A216-4993-B3BD-10663972FC91}" presName="sp" presStyleCnt="0"/>
      <dgm:spPr/>
    </dgm:pt>
    <dgm:pt modelId="{6956E83B-891A-464F-984A-FD0B7981A1A6}" type="pres">
      <dgm:prSet presAssocID="{9479D8DE-CECA-43DD-9FCF-598D1B57205F}" presName="linNode" presStyleCnt="0"/>
      <dgm:spPr/>
    </dgm:pt>
    <dgm:pt modelId="{2A992665-23E9-42D2-BAAE-D3D7A1D8AC74}" type="pres">
      <dgm:prSet presAssocID="{9479D8DE-CECA-43DD-9FCF-598D1B57205F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DED01CFC-E5EC-45DB-8B05-1BA11B8E0FC5}" type="pres">
      <dgm:prSet presAssocID="{9479D8DE-CECA-43DD-9FCF-598D1B57205F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47056C09-23C9-48CC-95BF-56FF72117F2A}" type="presOf" srcId="{241B0946-D648-4158-88E0-806BED01A940}" destId="{3BA52FED-404C-4DA3-993C-0115A9FB4547}" srcOrd="0" destOrd="0" presId="urn:microsoft.com/office/officeart/2005/8/layout/vList5"/>
    <dgm:cxn modelId="{A93ECD24-EFC7-4CD8-8268-D898C7837A53}" type="presOf" srcId="{283C8DC5-F6E9-44FD-A31E-70232E605E81}" destId="{2D259D2C-C4E9-41B0-9F6F-F93E94649B7B}" srcOrd="0" destOrd="0" presId="urn:microsoft.com/office/officeart/2005/8/layout/vList5"/>
    <dgm:cxn modelId="{35D8BE5F-8064-4D4B-95D7-B805FCB8A802}" srcId="{283C8DC5-F6E9-44FD-A31E-70232E605E81}" destId="{9479D8DE-CECA-43DD-9FCF-598D1B57205F}" srcOrd="2" destOrd="0" parTransId="{62F62D8F-4786-4578-9E94-FAAE8B949FB5}" sibTransId="{CC6C39FC-D94F-4C45-9AD0-C0CC75A227A6}"/>
    <dgm:cxn modelId="{6BC02563-5DF6-4A75-A149-55012731268A}" type="presOf" srcId="{9479D8DE-CECA-43DD-9FCF-598D1B57205F}" destId="{2A992665-23E9-42D2-BAAE-D3D7A1D8AC74}" srcOrd="0" destOrd="0" presId="urn:microsoft.com/office/officeart/2005/8/layout/vList5"/>
    <dgm:cxn modelId="{4D4A4646-6890-4B3D-976A-0748A2215909}" srcId="{241B0946-D648-4158-88E0-806BED01A940}" destId="{0EBD6150-DF21-4D9B-9670-B2E3501C4B15}" srcOrd="1" destOrd="0" parTransId="{7BD19D34-702C-4929-BF6A-877856C947C1}" sibTransId="{7A37A4F1-E8D3-44EE-BCEC-7BD4D53511CB}"/>
    <dgm:cxn modelId="{DA83546A-BC0A-4F6C-AEC0-278DCF334410}" srcId="{9479D8DE-CECA-43DD-9FCF-598D1B57205F}" destId="{5F6B5351-C055-4A5A-B070-36FC7C51503E}" srcOrd="0" destOrd="0" parTransId="{43794C04-C28C-4330-A074-CBE7E040B012}" sibTransId="{CD7A6F2B-ADC2-41DA-8BDE-9693D973929A}"/>
    <dgm:cxn modelId="{4229936D-8F46-4FB8-A138-512B0F379970}" type="presOf" srcId="{9C245EBE-D803-446B-945D-588522F128C0}" destId="{BA6D6470-4EEC-4246-AA2C-AF16C20676E6}" srcOrd="0" destOrd="1" presId="urn:microsoft.com/office/officeart/2005/8/layout/vList5"/>
    <dgm:cxn modelId="{BA14386E-3316-454C-AAAA-11656F5A7A95}" srcId="{283C8DC5-F6E9-44FD-A31E-70232E605E81}" destId="{ADCCFE01-35CA-447A-BCBC-9832920B9830}" srcOrd="0" destOrd="0" parTransId="{F202609C-0F7E-4BE4-AE04-A974F675C727}" sibTransId="{CC2D64D6-EEBE-4832-BF92-41CC14E07E3A}"/>
    <dgm:cxn modelId="{692CC370-F420-48C6-8629-14F25979ED3A}" type="presOf" srcId="{62CA32B8-DB89-4E6F-930D-E7D02494BA36}" destId="{89E42829-A9F1-494B-867B-3B3630DBBA5E}" srcOrd="0" destOrd="0" presId="urn:microsoft.com/office/officeart/2005/8/layout/vList5"/>
    <dgm:cxn modelId="{32B1ED88-115D-49D0-9C54-E44D43097FB8}" srcId="{ADCCFE01-35CA-447A-BCBC-9832920B9830}" destId="{3134EF61-2648-4D14-A900-704CD08FF7B6}" srcOrd="0" destOrd="0" parTransId="{552D127B-13A1-4974-AEB5-0E865F57B80C}" sibTransId="{5B339857-E0C2-43C6-A6D6-D68FCF3A46DD}"/>
    <dgm:cxn modelId="{1C21528B-F3AE-44E6-937A-93B4ABC4CE91}" type="presOf" srcId="{3DCD28AC-DF1F-4A6C-84C3-6E9AD97B98D2}" destId="{DED01CFC-E5EC-45DB-8B05-1BA11B8E0FC5}" srcOrd="0" destOrd="1" presId="urn:microsoft.com/office/officeart/2005/8/layout/vList5"/>
    <dgm:cxn modelId="{674B2290-F6C0-42BE-8D53-6A486F2B5936}" srcId="{241B0946-D648-4158-88E0-806BED01A940}" destId="{62CA32B8-DB89-4E6F-930D-E7D02494BA36}" srcOrd="0" destOrd="0" parTransId="{397C9386-CB92-4CF3-98EA-B27B00570C1A}" sibTransId="{60626C8D-ADBD-4923-9A0E-FFF8B8470C94}"/>
    <dgm:cxn modelId="{F51C4197-8345-491F-AA2F-B3DBE5627060}" type="presOf" srcId="{ADCCFE01-35CA-447A-BCBC-9832920B9830}" destId="{64DB661F-E9D7-402D-BEC7-28F3B6319D59}" srcOrd="0" destOrd="0" presId="urn:microsoft.com/office/officeart/2005/8/layout/vList5"/>
    <dgm:cxn modelId="{52A22EAC-98EE-4242-80D2-7761F7297605}" type="presOf" srcId="{3134EF61-2648-4D14-A900-704CD08FF7B6}" destId="{BA6D6470-4EEC-4246-AA2C-AF16C20676E6}" srcOrd="0" destOrd="0" presId="urn:microsoft.com/office/officeart/2005/8/layout/vList5"/>
    <dgm:cxn modelId="{425FC5B4-0262-4CA0-8523-5F2008C6128D}" type="presOf" srcId="{0EBD6150-DF21-4D9B-9670-B2E3501C4B15}" destId="{89E42829-A9F1-494B-867B-3B3630DBBA5E}" srcOrd="0" destOrd="1" presId="urn:microsoft.com/office/officeart/2005/8/layout/vList5"/>
    <dgm:cxn modelId="{752B74B7-A621-4D90-85A5-2F252E13AF2C}" type="presOf" srcId="{5F6B5351-C055-4A5A-B070-36FC7C51503E}" destId="{DED01CFC-E5EC-45DB-8B05-1BA11B8E0FC5}" srcOrd="0" destOrd="0" presId="urn:microsoft.com/office/officeart/2005/8/layout/vList5"/>
    <dgm:cxn modelId="{95FBDDD6-7480-423F-8B0F-891AB5A62F3A}" srcId="{283C8DC5-F6E9-44FD-A31E-70232E605E81}" destId="{241B0946-D648-4158-88E0-806BED01A940}" srcOrd="1" destOrd="0" parTransId="{A0EAC747-F4A2-48FE-B73B-F665371C46B9}" sibTransId="{823F682C-A216-4993-B3BD-10663972FC91}"/>
    <dgm:cxn modelId="{E4BDFFDB-75DB-469D-AD23-8B4E2EE01CF5}" srcId="{ADCCFE01-35CA-447A-BCBC-9832920B9830}" destId="{9C245EBE-D803-446B-945D-588522F128C0}" srcOrd="1" destOrd="0" parTransId="{BC5E1EE3-5252-4E39-B139-F618A56CC9CA}" sibTransId="{D70F5839-0CA4-435C-AEE5-10FC8C6CFA93}"/>
    <dgm:cxn modelId="{B9EF27FE-3F66-4D96-99F3-1014AA714F79}" srcId="{9479D8DE-CECA-43DD-9FCF-598D1B57205F}" destId="{3DCD28AC-DF1F-4A6C-84C3-6E9AD97B98D2}" srcOrd="1" destOrd="0" parTransId="{F24DBCFC-3B41-4757-A39D-811E07FAFC68}" sibTransId="{D612C600-6830-4D30-A9F6-65D47CDF236B}"/>
    <dgm:cxn modelId="{CD45E36E-9A5F-4A7E-AC4B-859E512D9D94}" type="presParOf" srcId="{2D259D2C-C4E9-41B0-9F6F-F93E94649B7B}" destId="{37E25682-A423-4353-8081-34F9C216C539}" srcOrd="0" destOrd="0" presId="urn:microsoft.com/office/officeart/2005/8/layout/vList5"/>
    <dgm:cxn modelId="{E8E5F695-0495-41FA-98F5-4F5AAB2C33C9}" type="presParOf" srcId="{37E25682-A423-4353-8081-34F9C216C539}" destId="{64DB661F-E9D7-402D-BEC7-28F3B6319D59}" srcOrd="0" destOrd="0" presId="urn:microsoft.com/office/officeart/2005/8/layout/vList5"/>
    <dgm:cxn modelId="{CA50D784-1919-4B42-97F4-954A4E1CD5D2}" type="presParOf" srcId="{37E25682-A423-4353-8081-34F9C216C539}" destId="{BA6D6470-4EEC-4246-AA2C-AF16C20676E6}" srcOrd="1" destOrd="0" presId="urn:microsoft.com/office/officeart/2005/8/layout/vList5"/>
    <dgm:cxn modelId="{489F9A2E-07D3-4F81-B051-78069C358C28}" type="presParOf" srcId="{2D259D2C-C4E9-41B0-9F6F-F93E94649B7B}" destId="{36B9C489-95E8-4665-B7A3-AA53C478F846}" srcOrd="1" destOrd="0" presId="urn:microsoft.com/office/officeart/2005/8/layout/vList5"/>
    <dgm:cxn modelId="{377C5754-A6F2-4474-A64A-82B62DE10C39}" type="presParOf" srcId="{2D259D2C-C4E9-41B0-9F6F-F93E94649B7B}" destId="{97610CB6-245A-4146-8829-92BD3E746DB0}" srcOrd="2" destOrd="0" presId="urn:microsoft.com/office/officeart/2005/8/layout/vList5"/>
    <dgm:cxn modelId="{317DA45B-BBDB-4E58-A7C1-C67B635C01DA}" type="presParOf" srcId="{97610CB6-245A-4146-8829-92BD3E746DB0}" destId="{3BA52FED-404C-4DA3-993C-0115A9FB4547}" srcOrd="0" destOrd="0" presId="urn:microsoft.com/office/officeart/2005/8/layout/vList5"/>
    <dgm:cxn modelId="{0AECD236-4BB8-451C-85DC-A3FCF57D7EB8}" type="presParOf" srcId="{97610CB6-245A-4146-8829-92BD3E746DB0}" destId="{89E42829-A9F1-494B-867B-3B3630DBBA5E}" srcOrd="1" destOrd="0" presId="urn:microsoft.com/office/officeart/2005/8/layout/vList5"/>
    <dgm:cxn modelId="{58ADBD73-6797-4101-9D1B-A31452AD0A8A}" type="presParOf" srcId="{2D259D2C-C4E9-41B0-9F6F-F93E94649B7B}" destId="{3ABB1F92-9073-40D6-BA94-318AE1F69FC5}" srcOrd="3" destOrd="0" presId="urn:microsoft.com/office/officeart/2005/8/layout/vList5"/>
    <dgm:cxn modelId="{CFF2C09C-3663-4A38-8245-7520E9DB78FE}" type="presParOf" srcId="{2D259D2C-C4E9-41B0-9F6F-F93E94649B7B}" destId="{6956E83B-891A-464F-984A-FD0B7981A1A6}" srcOrd="4" destOrd="0" presId="urn:microsoft.com/office/officeart/2005/8/layout/vList5"/>
    <dgm:cxn modelId="{4DB06FA9-BF3D-42C2-987C-4EB3B6F847FB}" type="presParOf" srcId="{6956E83B-891A-464F-984A-FD0B7981A1A6}" destId="{2A992665-23E9-42D2-BAAE-D3D7A1D8AC74}" srcOrd="0" destOrd="0" presId="urn:microsoft.com/office/officeart/2005/8/layout/vList5"/>
    <dgm:cxn modelId="{AB16234D-9588-4A97-A130-BE0AABB41ACB}" type="presParOf" srcId="{6956E83B-891A-464F-984A-FD0B7981A1A6}" destId="{DED01CFC-E5EC-45DB-8B05-1BA11B8E0FC5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6D6470-4EEC-4246-AA2C-AF16C20676E6}">
      <dsp:nvSpPr>
        <dsp:cNvPr id="0" name=""/>
        <dsp:cNvSpPr/>
      </dsp:nvSpPr>
      <dsp:spPr>
        <a:xfrm rot="5400000">
          <a:off x="4532757" y="-1722763"/>
          <a:ext cx="1047750" cy="4759183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TW" altLang="en-US" sz="2100" kern="1200" dirty="0"/>
            <a:t>多組相同設備</a:t>
          </a:r>
          <a:r>
            <a:rPr lang="en-US" altLang="zh-TW" sz="2100" kern="1200" dirty="0"/>
            <a:t>(</a:t>
          </a:r>
          <a:r>
            <a:rPr lang="zh-TW" altLang="en-US" sz="2100" kern="1200" dirty="0"/>
            <a:t>比如兩組高度計</a:t>
          </a:r>
          <a:r>
            <a:rPr lang="en-US" altLang="zh-TW" sz="2100" kern="1200" dirty="0"/>
            <a:t>)</a:t>
          </a:r>
          <a:endParaRPr lang="zh-TW" altLang="en-US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TW" altLang="en-US" sz="2100" kern="1200" dirty="0"/>
            <a:t>同時接收多個</a:t>
          </a:r>
          <a:r>
            <a:rPr lang="en-US" altLang="zh-TW" sz="2100" kern="1200" dirty="0"/>
            <a:t>HID</a:t>
          </a:r>
          <a:r>
            <a:rPr lang="zh-TW" altLang="en-US" sz="2100" kern="1200" dirty="0"/>
            <a:t>設備</a:t>
          </a:r>
        </a:p>
      </dsp:txBody>
      <dsp:txXfrm rot="-5400000">
        <a:off x="2677041" y="184100"/>
        <a:ext cx="4708036" cy="945456"/>
      </dsp:txXfrm>
    </dsp:sp>
    <dsp:sp modelId="{64DB661F-E9D7-402D-BEC7-28F3B6319D59}">
      <dsp:nvSpPr>
        <dsp:cNvPr id="0" name=""/>
        <dsp:cNvSpPr/>
      </dsp:nvSpPr>
      <dsp:spPr>
        <a:xfrm>
          <a:off x="0" y="1984"/>
          <a:ext cx="2677040" cy="130968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2800" kern="1200" dirty="0"/>
            <a:t>設備辨識</a:t>
          </a:r>
        </a:p>
      </dsp:txBody>
      <dsp:txXfrm>
        <a:off x="63934" y="65918"/>
        <a:ext cx="2549172" cy="1181819"/>
      </dsp:txXfrm>
    </dsp:sp>
    <dsp:sp modelId="{89E42829-A9F1-494B-867B-3B3630DBBA5E}">
      <dsp:nvSpPr>
        <dsp:cNvPr id="0" name=""/>
        <dsp:cNvSpPr/>
      </dsp:nvSpPr>
      <dsp:spPr>
        <a:xfrm rot="5400000">
          <a:off x="4532757" y="-347591"/>
          <a:ext cx="1047750" cy="4759183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TW" altLang="en-US" sz="2100" kern="1200" dirty="0"/>
            <a:t>由程式內部接收資料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TW" altLang="en-US" sz="2100" kern="1200" dirty="0"/>
            <a:t>不需考慮游標位置</a:t>
          </a:r>
        </a:p>
      </dsp:txBody>
      <dsp:txXfrm rot="-5400000">
        <a:off x="2677041" y="1559272"/>
        <a:ext cx="4708036" cy="945456"/>
      </dsp:txXfrm>
    </dsp:sp>
    <dsp:sp modelId="{3BA52FED-404C-4DA3-993C-0115A9FB4547}">
      <dsp:nvSpPr>
        <dsp:cNvPr id="0" name=""/>
        <dsp:cNvSpPr/>
      </dsp:nvSpPr>
      <dsp:spPr>
        <a:xfrm>
          <a:off x="0" y="1377156"/>
          <a:ext cx="2677040" cy="130968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2800" b="0" kern="1200" dirty="0">
              <a:latin typeface="+mn-ea"/>
              <a:ea typeface="+mn-ea"/>
              <a:cs typeface="Calibri" panose="020F0502020204030204" pitchFamily="34" charset="0"/>
            </a:rPr>
            <a:t>背景接收能力</a:t>
          </a:r>
          <a:endParaRPr lang="zh-TW" altLang="en-US" sz="2800" kern="1200" dirty="0"/>
        </a:p>
      </dsp:txBody>
      <dsp:txXfrm>
        <a:off x="63934" y="1441090"/>
        <a:ext cx="2549172" cy="1181819"/>
      </dsp:txXfrm>
    </dsp:sp>
    <dsp:sp modelId="{DED01CFC-E5EC-45DB-8B05-1BA11B8E0FC5}">
      <dsp:nvSpPr>
        <dsp:cNvPr id="0" name=""/>
        <dsp:cNvSpPr/>
      </dsp:nvSpPr>
      <dsp:spPr>
        <a:xfrm rot="5400000">
          <a:off x="4532757" y="1027580"/>
          <a:ext cx="1047750" cy="4759183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TW" altLang="en-US" sz="2100" kern="1200" dirty="0"/>
            <a:t>直接讀取裝置的原始資料，延遲最低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TW" altLang="en-US" sz="2100" kern="1200" dirty="0"/>
            <a:t>可自訂客製化裝置的處理</a:t>
          </a:r>
        </a:p>
      </dsp:txBody>
      <dsp:txXfrm rot="-5400000">
        <a:off x="2677041" y="2934444"/>
        <a:ext cx="4708036" cy="945456"/>
      </dsp:txXfrm>
    </dsp:sp>
    <dsp:sp modelId="{2A992665-23E9-42D2-BAAE-D3D7A1D8AC74}">
      <dsp:nvSpPr>
        <dsp:cNvPr id="0" name=""/>
        <dsp:cNvSpPr/>
      </dsp:nvSpPr>
      <dsp:spPr>
        <a:xfrm>
          <a:off x="0" y="2752328"/>
          <a:ext cx="2677040" cy="130968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2800" kern="1200" dirty="0"/>
            <a:t>高相容性</a:t>
          </a:r>
          <a:br>
            <a:rPr lang="en-US" altLang="zh-TW" sz="2800" kern="1200" dirty="0"/>
          </a:br>
          <a:r>
            <a:rPr lang="zh-TW" altLang="en-US" sz="2800" kern="1200" dirty="0"/>
            <a:t>最低延遲</a:t>
          </a:r>
        </a:p>
      </dsp:txBody>
      <dsp:txXfrm>
        <a:off x="63934" y="2816262"/>
        <a:ext cx="2549172" cy="11818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0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4276255" cy="7130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27444" tIns="63722" rIns="127444" bIns="63722" numCol="1" anchor="t" anchorCtr="0" compatLnSpc="1">
            <a:prstTxWarp prst="textNoShape">
              <a:avLst/>
            </a:prstTxWarp>
          </a:bodyPr>
          <a:lstStyle>
            <a:lvl1pPr defTabSz="1275279">
              <a:defRPr kumimoji="0" sz="1600" b="0">
                <a:cs typeface="Arial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550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587733" y="1"/>
            <a:ext cx="4276254" cy="7130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27444" tIns="63722" rIns="127444" bIns="63722" numCol="1" anchor="t" anchorCtr="0" compatLnSpc="1">
            <a:prstTxWarp prst="textNoShape">
              <a:avLst/>
            </a:prstTxWarp>
          </a:bodyPr>
          <a:lstStyle>
            <a:lvl1pPr algn="r" defTabSz="1275279">
              <a:defRPr kumimoji="0" sz="1600" b="0">
                <a:cs typeface="Arial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550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13580091"/>
            <a:ext cx="4276255" cy="7130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27444" tIns="63722" rIns="127444" bIns="63722" numCol="1" anchor="b" anchorCtr="0" compatLnSpc="1">
            <a:prstTxWarp prst="textNoShape">
              <a:avLst/>
            </a:prstTxWarp>
          </a:bodyPr>
          <a:lstStyle>
            <a:lvl1pPr defTabSz="1275279">
              <a:defRPr kumimoji="0" sz="1600" b="0">
                <a:cs typeface="Arial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550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587733" y="13580091"/>
            <a:ext cx="4276254" cy="7130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27444" tIns="63722" rIns="127444" bIns="63722" numCol="1" anchor="b" anchorCtr="0" compatLnSpc="1">
            <a:prstTxWarp prst="textNoShape">
              <a:avLst/>
            </a:prstTxWarp>
          </a:bodyPr>
          <a:lstStyle>
            <a:lvl1pPr algn="r" defTabSz="1275279">
              <a:defRPr kumimoji="0" sz="1600" b="0">
                <a:cs typeface="Arial" charset="0"/>
              </a:defRPr>
            </a:lvl1pPr>
          </a:lstStyle>
          <a:p>
            <a:pPr>
              <a:defRPr/>
            </a:pPr>
            <a:fld id="{A61D345C-E68B-4329-AC0F-C4C3B9CF378C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0002216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4276255" cy="715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32082" tIns="66042" rIns="132082" bIns="66042" numCol="1" anchor="t" anchorCtr="0" compatLnSpc="1">
            <a:prstTxWarp prst="textNoShape">
              <a:avLst/>
            </a:prstTxWarp>
          </a:bodyPr>
          <a:lstStyle>
            <a:lvl1pPr defTabSz="1321485">
              <a:defRPr kumimoji="0" sz="1600" b="0">
                <a:cs typeface="Arial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587733" y="1"/>
            <a:ext cx="4276254" cy="715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32082" tIns="66042" rIns="132082" bIns="66042" numCol="1" anchor="t" anchorCtr="0" compatLnSpc="1">
            <a:prstTxWarp prst="textNoShape">
              <a:avLst/>
            </a:prstTxWarp>
          </a:bodyPr>
          <a:lstStyle>
            <a:lvl1pPr algn="r" defTabSz="1321485">
              <a:defRPr kumimoji="0" sz="1600" b="0">
                <a:cs typeface="Arial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63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362075" y="1074738"/>
            <a:ext cx="7145338" cy="53594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85934" y="6790045"/>
            <a:ext cx="7894446" cy="64312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32082" tIns="66042" rIns="132082" bIns="6604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noProof="0"/>
              <a:t>Click to edit Master text styles</a:t>
            </a:r>
          </a:p>
          <a:p>
            <a:pPr lvl="1"/>
            <a:r>
              <a:rPr lang="en-US" altLang="zh-TW" noProof="0"/>
              <a:t>Second level</a:t>
            </a:r>
          </a:p>
          <a:p>
            <a:pPr lvl="2"/>
            <a:r>
              <a:rPr lang="en-US" altLang="zh-TW" noProof="0"/>
              <a:t>Third level</a:t>
            </a:r>
          </a:p>
          <a:p>
            <a:pPr lvl="3"/>
            <a:r>
              <a:rPr lang="en-US" altLang="zh-TW" noProof="0"/>
              <a:t>Fourth level</a:t>
            </a:r>
          </a:p>
          <a:p>
            <a:pPr lvl="4"/>
            <a:r>
              <a:rPr lang="en-US" altLang="zh-TW" noProof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13577791"/>
            <a:ext cx="4276255" cy="7153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32082" tIns="66042" rIns="132082" bIns="66042" numCol="1" anchor="b" anchorCtr="0" compatLnSpc="1">
            <a:prstTxWarp prst="textNoShape">
              <a:avLst/>
            </a:prstTxWarp>
          </a:bodyPr>
          <a:lstStyle>
            <a:lvl1pPr defTabSz="1321485">
              <a:defRPr kumimoji="0" sz="1600" b="0">
                <a:cs typeface="Arial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587733" y="13577791"/>
            <a:ext cx="4276254" cy="7153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32082" tIns="66042" rIns="132082" bIns="66042" numCol="1" anchor="b" anchorCtr="0" compatLnSpc="1">
            <a:prstTxWarp prst="textNoShape">
              <a:avLst/>
            </a:prstTxWarp>
          </a:bodyPr>
          <a:lstStyle>
            <a:lvl1pPr algn="r" defTabSz="1321485">
              <a:defRPr kumimoji="0" sz="1600" b="0">
                <a:cs typeface="Arial" charset="0"/>
              </a:defRPr>
            </a:lvl1pPr>
          </a:lstStyle>
          <a:p>
            <a:pPr>
              <a:defRPr/>
            </a:pPr>
            <a:fld id="{D7998E3E-5623-489C-8648-2C38346DFE1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4096625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charset="-120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charset="-120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charset="-120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charset="-120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charset="-120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7998E3E-5623-489C-8648-2C38346DFE17}" type="slidenum">
              <a:rPr lang="zh-TW" altLang="en-US" smtClean="0"/>
              <a:pPr>
                <a:defRPr/>
              </a:pPr>
              <a:t>1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611325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oleObject" Target="../embeddings/oleObject1.bin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kumimoji="0" lang="zh-TW" altLang="en-US" sz="2400" b="0">
                <a:ea typeface="標楷體" pitchFamily="65" charset="-120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kumimoji="0" lang="zh-TW" altLang="en-US" sz="2400" b="0">
                <a:ea typeface="標楷體" pitchFamily="65" charset="-120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kumimoji="0" lang="zh-TW" altLang="en-US" sz="2400" b="0">
                  <a:ea typeface="標楷體" pitchFamily="65" charset="-120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kumimoji="0" lang="zh-TW" altLang="en-US" sz="2400" b="0">
                  <a:ea typeface="標楷體" pitchFamily="65" charset="-120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kumimoji="0" lang="zh-TW" altLang="en-US" sz="2400" b="0">
                  <a:ea typeface="標楷體" pitchFamily="65" charset="-120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kumimoji="0" lang="zh-TW" altLang="en-US" sz="2400" b="0">
                  <a:ea typeface="標楷體" pitchFamily="65" charset="-120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kumimoji="0" lang="zh-TW" altLang="en-US" sz="2400" b="0">
                  <a:ea typeface="標楷體" pitchFamily="65" charset="-120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kumimoji="0" lang="zh-TW" altLang="en-US" sz="2400" b="0">
                  <a:ea typeface="標楷體" pitchFamily="65" charset="-120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kumimoji="0" lang="zh-TW" altLang="en-US" sz="2400" b="0">
                  <a:ea typeface="標楷體" pitchFamily="65" charset="-120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kumimoji="0" lang="zh-TW" altLang="en-US" sz="2400" b="0">
                  <a:ea typeface="標楷體" pitchFamily="65" charset="-120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kumimoji="0" lang="zh-TW" altLang="en-US" sz="2400" b="0">
                  <a:ea typeface="標楷體" pitchFamily="65" charset="-120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kumimoji="0" lang="zh-TW" altLang="en-US" sz="2400" b="0">
                  <a:ea typeface="標楷體" pitchFamily="65" charset="-120"/>
                </a:endParaRPr>
              </a:p>
            </p:txBody>
          </p:sp>
        </p:grpSp>
      </p:grpSp>
      <p:sp>
        <p:nvSpPr>
          <p:cNvPr id="18" name="Rectangle 21"/>
          <p:cNvSpPr>
            <a:spLocks noChangeArrowheads="1"/>
          </p:cNvSpPr>
          <p:nvPr/>
        </p:nvSpPr>
        <p:spPr bwMode="auto">
          <a:xfrm>
            <a:off x="3657600" y="31384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TW" altLang="en-US"/>
          </a:p>
        </p:txBody>
      </p:sp>
      <p:graphicFrame>
        <p:nvGraphicFramePr>
          <p:cNvPr id="19" name="Object 24"/>
          <p:cNvGraphicFramePr>
            <a:graphicFrameLocks noChangeAspect="1"/>
          </p:cNvGraphicFramePr>
          <p:nvPr/>
        </p:nvGraphicFramePr>
        <p:xfrm>
          <a:off x="152400" y="304800"/>
          <a:ext cx="28956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影像 " r:id="rId2" imgW="11050542" imgH="2095793" progId="MSPhotoEd.3">
                  <p:embed/>
                </p:oleObj>
              </mc:Choice>
              <mc:Fallback>
                <p:oleObj name="Photo Editor 影像 " r:id="rId2" imgW="11050542" imgH="2095793" progId="MSPhotoEd.3">
                  <p:embed/>
                  <p:pic>
                    <p:nvPicPr>
                      <p:cNvPr id="19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304800"/>
                        <a:ext cx="28956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BBE0E3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0131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  <a:ea typeface="新細明體" charset="-120"/>
              </a:defRPr>
            </a:lvl1pPr>
          </a:lstStyle>
          <a:p>
            <a:pPr lvl="0"/>
            <a:r>
              <a:rPr lang="zh-TW" altLang="en-US" noProof="0"/>
              <a:t>按一下以編輯母片標題樣式</a:t>
            </a:r>
          </a:p>
        </p:txBody>
      </p:sp>
      <p:sp>
        <p:nvSpPr>
          <p:cNvPr id="730132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600">
                <a:ea typeface="新細明體" charset="-120"/>
              </a:defRPr>
            </a:lvl1pPr>
          </a:lstStyle>
          <a:p>
            <a:pPr lvl="0"/>
            <a:r>
              <a:rPr lang="zh-TW" altLang="en-US" noProof="0"/>
              <a:t>按一下以編輯母片副標題樣式</a:t>
            </a:r>
          </a:p>
        </p:txBody>
      </p:sp>
      <p:sp>
        <p:nvSpPr>
          <p:cNvPr id="20" name="Rectangle 16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0" sz="1200" b="0">
                <a:ea typeface="+mn-ea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1" name="Rectangle 17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2" name="Rectangle 18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200" b="0">
                <a:ea typeface="+mn-ea"/>
              </a:defRPr>
            </a:lvl1pPr>
          </a:lstStyle>
          <a:p>
            <a:pPr>
              <a:defRPr/>
            </a:pPr>
            <a:fld id="{77A7E8C0-9A0D-4D03-A977-6C665D9EACC4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263501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4387650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4211488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9050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9050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8477183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8" name="矩形 7"/>
          <p:cNvSpPr/>
          <p:nvPr userDrawn="1"/>
        </p:nvSpPr>
        <p:spPr bwMode="auto">
          <a:xfrm>
            <a:off x="304800" y="5969726"/>
            <a:ext cx="8686800" cy="8382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charset="-12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6175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2838339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9752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453994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32210375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368984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33400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33400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7040782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457200" y="1905000"/>
            <a:ext cx="8229600" cy="3886200"/>
          </a:xfrm>
        </p:spPr>
        <p:txBody>
          <a:bodyPr/>
          <a:lstStyle/>
          <a:p>
            <a:pPr lvl="0"/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4174856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7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035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rgbClr val="FF0000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kumimoji="0" lang="zh-TW" altLang="en-US" sz="2400" b="0">
                <a:ea typeface="標楷體" pitchFamily="65" charset="-120"/>
              </a:endParaRPr>
            </a:p>
          </p:txBody>
        </p:sp>
        <p:sp>
          <p:nvSpPr>
            <p:cNvPr id="1036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rgbClr val="FF0000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kumimoji="0" lang="zh-TW" altLang="en-US" sz="2400" b="0">
                <a:ea typeface="標楷體" pitchFamily="65" charset="-120"/>
              </a:endParaRPr>
            </a:p>
          </p:txBody>
        </p:sp>
        <p:sp>
          <p:nvSpPr>
            <p:cNvPr id="1037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rgbClr val="FF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kumimoji="0" lang="zh-TW" altLang="en-US" sz="1800" b="0">
                <a:solidFill>
                  <a:schemeClr val="hlink"/>
                </a:solidFill>
                <a:ea typeface="標楷體" pitchFamily="65" charset="-120"/>
              </a:endParaRPr>
            </a:p>
          </p:txBody>
        </p:sp>
        <p:sp>
          <p:nvSpPr>
            <p:cNvPr id="1038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rgbClr val="FF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kumimoji="0" lang="zh-TW" altLang="en-US" sz="1800" b="0">
                <a:solidFill>
                  <a:schemeClr val="hlink"/>
                </a:solidFill>
                <a:ea typeface="標楷體" pitchFamily="65" charset="-120"/>
              </a:endParaRPr>
            </a:p>
          </p:txBody>
        </p:sp>
        <p:sp>
          <p:nvSpPr>
            <p:cNvPr id="1039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rgbClr val="FF50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kumimoji="0" lang="zh-TW" altLang="en-US" sz="1800" b="0">
                <a:solidFill>
                  <a:schemeClr val="accent2"/>
                </a:solidFill>
                <a:ea typeface="標楷體" pitchFamily="65" charset="-120"/>
              </a:endParaRPr>
            </a:p>
          </p:txBody>
        </p:sp>
        <p:sp>
          <p:nvSpPr>
            <p:cNvPr id="1040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rgbClr val="FF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kumimoji="0" lang="zh-TW" altLang="en-US" sz="1800" b="0">
                <a:solidFill>
                  <a:schemeClr val="hlink"/>
                </a:solidFill>
                <a:ea typeface="標楷體" pitchFamily="65" charset="-120"/>
              </a:endParaRPr>
            </a:p>
          </p:txBody>
        </p:sp>
        <p:sp>
          <p:nvSpPr>
            <p:cNvPr id="1041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kumimoji="0" lang="zh-TW" altLang="en-US" sz="2400" b="0">
                <a:ea typeface="標楷體" pitchFamily="65" charset="-120"/>
              </a:endParaRPr>
            </a:p>
          </p:txBody>
        </p:sp>
        <p:sp>
          <p:nvSpPr>
            <p:cNvPr id="1042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rgbClr val="FF50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kumimoji="0" lang="zh-TW" altLang="en-US" sz="1800" b="0">
                <a:solidFill>
                  <a:schemeClr val="accent2"/>
                </a:solidFill>
                <a:ea typeface="標楷體" pitchFamily="65" charset="-120"/>
              </a:endParaRPr>
            </a:p>
          </p:txBody>
        </p:sp>
        <p:sp>
          <p:nvSpPr>
            <p:cNvPr id="1043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rgbClr val="FF50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kumimoji="0" lang="zh-TW" altLang="en-US" sz="1800" b="0">
                <a:solidFill>
                  <a:schemeClr val="accent2"/>
                </a:solidFill>
                <a:ea typeface="標楷體" pitchFamily="65" charset="-120"/>
              </a:endParaRPr>
            </a:p>
          </p:txBody>
        </p:sp>
      </p:grpSp>
      <p:sp>
        <p:nvSpPr>
          <p:cNvPr id="1028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9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05000"/>
            <a:ext cx="8229600" cy="388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Enabling Your Success</a:t>
            </a:r>
            <a:endParaRPr lang="zh-TW" altLang="en-US"/>
          </a:p>
        </p:txBody>
      </p:sp>
      <p:sp>
        <p:nvSpPr>
          <p:cNvPr id="1030" name="Rectangle 17"/>
          <p:cNvSpPr>
            <a:spLocks noChangeArrowheads="1"/>
          </p:cNvSpPr>
          <p:nvPr/>
        </p:nvSpPr>
        <p:spPr bwMode="auto">
          <a:xfrm>
            <a:off x="3657600" y="31384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TW" altLang="en-US"/>
          </a:p>
        </p:txBody>
      </p:sp>
      <p:sp>
        <p:nvSpPr>
          <p:cNvPr id="1032" name="Text Box 24"/>
          <p:cNvSpPr txBox="1">
            <a:spLocks noChangeArrowheads="1"/>
          </p:cNvSpPr>
          <p:nvPr/>
        </p:nvSpPr>
        <p:spPr bwMode="auto">
          <a:xfrm>
            <a:off x="6096000" y="152400"/>
            <a:ext cx="28194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eaLnBrk="1" hangingPunct="1">
              <a:defRPr/>
            </a:pPr>
            <a:r>
              <a:rPr kumimoji="0" lang="en-US" altLang="zh-TW" sz="1400">
                <a:solidFill>
                  <a:schemeClr val="accent2"/>
                </a:solidFill>
                <a:ea typeface="標楷體" pitchFamily="65" charset="-120"/>
              </a:rPr>
              <a:t>CALIN TECHNOLOGY CO.LTD.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  <p:sldLayoutId id="2147483717" r:id="rId2"/>
    <p:sldLayoutId id="2147483718" r:id="rId3"/>
    <p:sldLayoutId id="2147483719" r:id="rId4"/>
    <p:sldLayoutId id="2147483720" r:id="rId5"/>
    <p:sldLayoutId id="2147483721" r:id="rId6"/>
    <p:sldLayoutId id="2147483722" r:id="rId7"/>
    <p:sldLayoutId id="2147483723" r:id="rId8"/>
    <p:sldLayoutId id="2147483724" r:id="rId9"/>
    <p:sldLayoutId id="2147483725" r:id="rId10"/>
    <p:sldLayoutId id="2147483726" r:id="rId11"/>
    <p:sldLayoutId id="2147483727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標楷體" pitchFamily="65" charset="-12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標楷體" pitchFamily="65" charset="-12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標楷體" pitchFamily="65" charset="-12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標楷體" pitchFamily="65" charset="-12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標楷體" pitchFamily="65" charset="-12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標楷體" pitchFamily="65" charset="-12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標楷體" pitchFamily="65" charset="-12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標楷體" pitchFamily="65" charset="-12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kumimoji="1" sz="2800">
          <a:solidFill>
            <a:schemeClr val="tx1"/>
          </a:solidFill>
          <a:latin typeface="+mn-lt"/>
          <a:ea typeface="新細明體" charset="-12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kumimoji="1" sz="2400">
          <a:solidFill>
            <a:schemeClr val="tx1"/>
          </a:solidFill>
          <a:latin typeface="+mn-lt"/>
          <a:ea typeface="新細明體" charset="-12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kumimoji="1" sz="2000">
          <a:solidFill>
            <a:schemeClr val="tx1"/>
          </a:solidFill>
          <a:latin typeface="+mn-lt"/>
          <a:ea typeface="新細明體" charset="-12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新細明體" charset="-12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新細明體" charset="-12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新細明體" charset="-12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新細明體" charset="-12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新細明體" charset="-120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hyperlink" Target="https://learn.microsoft.com/en-us/windows/win32/inputdev/raw-input" TargetMode="Externa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hyperlink" Target="https://learn.microsoft.com/en-us/windows/win32/inputdev/raw-input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microsoft.com/en-us/windows/win32/inputdev/raw-input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AutoShape 2"/>
          <p:cNvSpPr>
            <a:spLocks noChangeArrowheads="1"/>
          </p:cNvSpPr>
          <p:nvPr/>
        </p:nvSpPr>
        <p:spPr bwMode="auto">
          <a:xfrm>
            <a:off x="114300" y="1499347"/>
            <a:ext cx="8915400" cy="1447800"/>
          </a:xfrm>
          <a:prstGeom prst="roundRect">
            <a:avLst>
              <a:gd name="adj" fmla="val 1666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algn="ctr">
              <a:lnSpc>
                <a:spcPct val="150000"/>
              </a:lnSpc>
            </a:pPr>
            <a:r>
              <a:rPr lang="zh-TW" altLang="en-US" sz="4400" b="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設備部</a:t>
            </a:r>
            <a:endParaRPr lang="en-US" altLang="zh-TW" sz="4400" b="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pPr marL="342900" indent="-342900" algn="ctr">
              <a:lnSpc>
                <a:spcPct val="150000"/>
              </a:lnSpc>
            </a:pPr>
            <a:r>
              <a:rPr lang="zh-TW" altLang="en-US" sz="4400" b="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治工具設計課報告</a:t>
            </a:r>
            <a:endParaRPr lang="en-US" altLang="zh-TW" sz="4400" b="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pPr marL="342900" indent="-342900" algn="ctr">
              <a:lnSpc>
                <a:spcPct val="150000"/>
              </a:lnSpc>
            </a:pPr>
            <a:endParaRPr lang="en-US" altLang="zh-TW" sz="4400" b="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3075" name="Text Box 4"/>
          <p:cNvSpPr>
            <a:spLocks noChangeArrowheads="1"/>
          </p:cNvSpPr>
          <p:nvPr/>
        </p:nvSpPr>
        <p:spPr bwMode="auto">
          <a:xfrm>
            <a:off x="3048000" y="4419600"/>
            <a:ext cx="34290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>
              <a:lnSpc>
                <a:spcPct val="150000"/>
              </a:lnSpc>
              <a:buSzPct val="75000"/>
            </a:pPr>
            <a:r>
              <a:rPr lang="zh-TW" altLang="en-US" b="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報告人：吳仁中</a:t>
            </a:r>
            <a:endParaRPr lang="en-US" altLang="zh-TW" b="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pPr algn="ctr">
              <a:lnSpc>
                <a:spcPct val="150000"/>
              </a:lnSpc>
              <a:buSzPct val="75000"/>
            </a:pPr>
            <a:r>
              <a:rPr lang="zh-TW" altLang="en-US" b="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 日期：</a:t>
            </a:r>
            <a:r>
              <a:rPr lang="en-US" altLang="zh-TW" b="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2026/10/06</a:t>
            </a:r>
          </a:p>
        </p:txBody>
      </p:sp>
    </p:spTree>
    <p:extLst>
      <p:ext uri="{BB962C8B-B14F-4D97-AF65-F5344CB8AC3E}">
        <p14:creationId xmlns:p14="http://schemas.microsoft.com/office/powerpoint/2010/main" val="3265187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5940399" y="516626"/>
            <a:ext cx="188925" cy="188925"/>
          </a:xfrm>
          <a:prstGeom prst="rect">
            <a:avLst/>
          </a:prstGeom>
          <a:solidFill>
            <a:srgbClr val="FFFF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charset="-120"/>
              <a:cs typeface="Arial" charset="0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7083399" y="516626"/>
            <a:ext cx="188925" cy="1889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charset="-120"/>
              <a:cs typeface="Arial" charset="0"/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6161861" y="457200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b="0" dirty="0">
                <a:latin typeface="標楷體" pitchFamily="65" charset="-120"/>
                <a:ea typeface="標楷體" pitchFamily="65" charset="-120"/>
              </a:rPr>
              <a:t>評估中</a:t>
            </a:r>
          </a:p>
        </p:txBody>
      </p:sp>
      <p:sp>
        <p:nvSpPr>
          <p:cNvPr id="6" name="文字方塊 5"/>
          <p:cNvSpPr txBox="1"/>
          <p:nvPr/>
        </p:nvSpPr>
        <p:spPr>
          <a:xfrm>
            <a:off x="7304861" y="457200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b="0" dirty="0">
                <a:latin typeface="標楷體" pitchFamily="65" charset="-120"/>
                <a:ea typeface="標楷體" pitchFamily="65" charset="-120"/>
              </a:rPr>
              <a:t>執行中</a:t>
            </a:r>
          </a:p>
        </p:txBody>
      </p:sp>
      <p:sp>
        <p:nvSpPr>
          <p:cNvPr id="7" name="矩形 6"/>
          <p:cNvSpPr/>
          <p:nvPr/>
        </p:nvSpPr>
        <p:spPr bwMode="auto">
          <a:xfrm>
            <a:off x="8153400" y="516625"/>
            <a:ext cx="188925" cy="18892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charset="-120"/>
              <a:cs typeface="Arial" charset="0"/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8419286" y="467783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b="0" dirty="0">
                <a:latin typeface="標楷體" pitchFamily="65" charset="-120"/>
                <a:ea typeface="標楷體" pitchFamily="65" charset="-120"/>
              </a:rPr>
              <a:t>暫停</a:t>
            </a:r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7644881"/>
              </p:ext>
            </p:extLst>
          </p:nvPr>
        </p:nvGraphicFramePr>
        <p:xfrm>
          <a:off x="123830" y="822932"/>
          <a:ext cx="8943973" cy="59588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95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5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1920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1439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7501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No.</a:t>
                      </a:r>
                      <a:endParaRPr lang="zh-TW" altLang="en-US" sz="1200" b="1" dirty="0">
                        <a:solidFill>
                          <a:schemeClr val="bg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專案名稱</a:t>
                      </a:r>
                    </a:p>
                  </a:txBody>
                  <a:tcPr marT="45723" marB="45723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需求單位</a:t>
                      </a: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開始時間</a:t>
                      </a: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預計</a:t>
                      </a:r>
                      <a:br>
                        <a:rPr lang="en-US" altLang="zh-TW" sz="1200" b="1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</a:br>
                      <a:r>
                        <a:rPr lang="zh-TW" altLang="en-US" sz="1200" b="1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完成時間</a:t>
                      </a: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b="1" kern="12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本週工作項目</a:t>
                      </a:r>
                    </a:p>
                  </a:txBody>
                  <a:tcPr marT="45723" marB="457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下週工作項目</a:t>
                      </a:r>
                    </a:p>
                  </a:txBody>
                  <a:tcPr marT="45723" marB="457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效益</a:t>
                      </a: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負責人</a:t>
                      </a: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61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366</a:t>
                      </a:r>
                      <a:r>
                        <a:rPr lang="zh-TW" altLang="en-US" sz="120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Holder</a:t>
                      </a:r>
                      <a:r>
                        <a:rPr lang="zh-TW" altLang="en-US" sz="120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旋入</a:t>
                      </a: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+</a:t>
                      </a:r>
                      <a:r>
                        <a:rPr lang="zh-TW" altLang="en-US" sz="120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扭力確認</a:t>
                      </a:r>
                      <a:endParaRPr lang="en-US" altLang="zh-TW" sz="120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組裝</a:t>
                      </a: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zh-TW" sz="1200" b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Wingdings" pitchFamily="2" charset="2"/>
                        </a:rPr>
                        <a:t>2025/04/01</a:t>
                      </a: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strike="sngStrike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Wingdings" pitchFamily="2" charset="2"/>
                        </a:rPr>
                        <a:t>2026/03/31</a:t>
                      </a:r>
                      <a:endParaRPr lang="en-US" altLang="zh-TW" sz="1200" b="0" strike="noStrike" baseline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Wingdings" pitchFamily="2" charset="2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strike="noStrike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Wingdings" pitchFamily="2" charset="2"/>
                        </a:rPr>
                        <a:t>2026/11/30</a:t>
                      </a:r>
                      <a:endParaRPr lang="en-US" altLang="zh-TW" sz="1200" b="0" strike="sngStrike" baseline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Wingdings" pitchFamily="2" charset="2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lang="en-US" altLang="zh-TW" sz="1200" dirty="0"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lang="en-US" altLang="zh-TW" sz="1200" dirty="0"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r>
                        <a:rPr lang="zh-TW" altLang="en-US" sz="1200" dirty="0"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品質穩定</a:t>
                      </a:r>
                      <a:endParaRPr lang="en-US" altLang="zh-TW" sz="1200" dirty="0"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r>
                        <a:rPr lang="zh-TW" altLang="en-US" sz="1200" dirty="0"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節省人力</a:t>
                      </a:r>
                      <a:endParaRPr lang="en-US" altLang="zh-TW" sz="1200" dirty="0"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r>
                        <a:rPr lang="zh-TW" altLang="en-US" sz="1200" dirty="0"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技術提升</a:t>
                      </a: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zh-TW" altLang="en-US" sz="1200" b="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蔡孟堅</a:t>
                      </a:r>
                      <a:endParaRPr lang="en-US" altLang="zh-TW" sz="1200" b="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zh-TW" altLang="en-US" sz="1200" b="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苗天恒</a:t>
                      </a:r>
                      <a:endParaRPr lang="en-US" altLang="zh-TW" sz="1200" b="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zh-TW" altLang="en-US" sz="1200" b="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吳仁中</a:t>
                      </a:r>
                      <a:endParaRPr lang="en-US" altLang="zh-TW" sz="1200" b="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zh-TW" altLang="en-US" sz="1200" b="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李起修</a:t>
                      </a:r>
                      <a:endParaRPr lang="en-US" altLang="zh-TW" sz="1200" b="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9151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zh-TW" altLang="en-US" sz="1200" dirty="0"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Wingdings" pitchFamily="2" charset="2"/>
                        </a:rPr>
                        <a:t>切割拆解機</a:t>
                      </a: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組裝</a:t>
                      </a: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zh-TW" sz="1200" b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Wingdings" pitchFamily="2" charset="2"/>
                        </a:rPr>
                        <a:t>2025/12/01</a:t>
                      </a: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strike="sngStrike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Wingdings" pitchFamily="2" charset="2"/>
                        </a:rPr>
                        <a:t>2026/06/30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Wingdings" pitchFamily="2" charset="2"/>
                        </a:rPr>
                        <a:t>2026/11/30</a:t>
                      </a: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lang="en-US" altLang="zh-TW" sz="120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lang="en-US" altLang="zh-TW" sz="120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r>
                        <a:rPr lang="zh-TW" altLang="en-US" sz="1200" dirty="0"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提升重工效率</a:t>
                      </a:r>
                      <a:endParaRPr lang="en-US" altLang="zh-TW" sz="1200" dirty="0"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r>
                        <a:rPr lang="zh-TW" altLang="en-US" sz="1200" dirty="0"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技術提升</a:t>
                      </a: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zh-TW" altLang="en-US" sz="1200" b="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蔡孟堅</a:t>
                      </a:r>
                      <a:endParaRPr lang="en-US" altLang="zh-TW" sz="1200" b="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zh-TW" altLang="en-US" sz="1200" b="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苗天恒</a:t>
                      </a:r>
                      <a:endParaRPr lang="en-US" altLang="zh-TW" sz="1200" b="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zh-TW" altLang="en-US" sz="1200" b="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吳仁中</a:t>
                      </a:r>
                      <a:endParaRPr lang="en-US" altLang="zh-TW" sz="1200" b="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zh-TW" altLang="en-US" sz="1200" b="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李起修</a:t>
                      </a:r>
                      <a:endParaRPr lang="en-US" altLang="zh-TW" sz="1200" b="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61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3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測高機數據收集</a:t>
                      </a:r>
                      <a:endParaRPr lang="en-US" altLang="zh-TW" sz="120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組裝</a:t>
                      </a: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zh-TW" sz="1200" b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Wingdings" pitchFamily="2" charset="2"/>
                        </a:rPr>
                        <a:t>2026/08/25</a:t>
                      </a: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strike="sngStrike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Wingdings" pitchFamily="2" charset="2"/>
                        </a:rPr>
                        <a:t>2026/09/04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strike="noStrike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Wingdings" pitchFamily="2" charset="2"/>
                        </a:rPr>
                        <a:t>2026/09/18</a:t>
                      </a:r>
                      <a:endParaRPr lang="en-US" altLang="zh-TW" sz="1200" b="0" strike="sngStrike" baseline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Wingdings" pitchFamily="2" charset="2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zh-TW" altLang="en-US" sz="1200" dirty="0"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使用虛擬</a:t>
                      </a:r>
                      <a:r>
                        <a:rPr lang="en-US" altLang="zh-TW" sz="1200" dirty="0"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COM</a:t>
                      </a:r>
                      <a:r>
                        <a:rPr lang="zh-TW" altLang="en-US" sz="1200" dirty="0"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埠讀取高度計</a:t>
                      </a:r>
                      <a:endParaRPr lang="en-US" altLang="zh-TW" sz="1200" dirty="0"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lang="en-US" altLang="zh-TW" sz="1200" dirty="0"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r>
                        <a:rPr lang="zh-TW" altLang="en-US" sz="1200" dirty="0"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即時判定量測是否合規。</a:t>
                      </a:r>
                      <a:endParaRPr lang="en-US" altLang="zh-TW" sz="1200" dirty="0"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r>
                        <a:rPr lang="zh-TW" altLang="en-US" sz="1200" dirty="0"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數據記錄格式化、方便操作。</a:t>
                      </a:r>
                      <a:endParaRPr lang="en-US" altLang="zh-TW" sz="1200" dirty="0"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zh-TW" altLang="en-US" sz="1200" b="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蔡孟堅</a:t>
                      </a:r>
                      <a:endParaRPr lang="en-US" altLang="zh-TW" sz="1200" b="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zh-TW" altLang="en-US" sz="1200" b="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吳仁中</a:t>
                      </a:r>
                      <a:endParaRPr lang="en-US" altLang="zh-TW" sz="1200" b="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動作按鈕: 下一項 8">
            <a:hlinkClick r:id="rId2" action="ppaction://hlinksldjump" highlightClick="1"/>
          </p:cNvPr>
          <p:cNvSpPr/>
          <p:nvPr/>
        </p:nvSpPr>
        <p:spPr bwMode="auto">
          <a:xfrm>
            <a:off x="1219200" y="6477000"/>
            <a:ext cx="228600" cy="228600"/>
          </a:xfrm>
          <a:prstGeom prst="actionButtonForwardNex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charset="-120"/>
              <a:cs typeface="Arial" charset="0"/>
            </a:endParaRPr>
          </a:p>
        </p:txBody>
      </p:sp>
      <p:sp>
        <p:nvSpPr>
          <p:cNvPr id="10" name="文字方塊 2"/>
          <p:cNvSpPr txBox="1"/>
          <p:nvPr/>
        </p:nvSpPr>
        <p:spPr>
          <a:xfrm>
            <a:off x="471725" y="381000"/>
            <a:ext cx="17235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" charset="0"/>
                <a:ea typeface="新細明體" charset="-12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" charset="0"/>
                <a:ea typeface="新細明體" charset="-12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" charset="0"/>
                <a:ea typeface="新細明體" charset="-12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" charset="0"/>
                <a:ea typeface="新細明體" charset="-12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" charset="0"/>
                <a:ea typeface="新細明體" charset="-120"/>
                <a:cs typeface="+mn-cs"/>
              </a:defRPr>
            </a:lvl5pPr>
            <a:lvl6pPr marL="22860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" charset="0"/>
                <a:ea typeface="新細明體" charset="-120"/>
                <a:cs typeface="+mn-cs"/>
              </a:defRPr>
            </a:lvl6pPr>
            <a:lvl7pPr marL="27432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" charset="0"/>
                <a:ea typeface="新細明體" charset="-120"/>
                <a:cs typeface="+mn-cs"/>
              </a:defRPr>
            </a:lvl7pPr>
            <a:lvl8pPr marL="32004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" charset="0"/>
                <a:ea typeface="新細明體" charset="-120"/>
                <a:cs typeface="+mn-cs"/>
              </a:defRPr>
            </a:lvl8pPr>
            <a:lvl9pPr marL="36576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" charset="0"/>
                <a:ea typeface="新細明體" charset="-120"/>
                <a:cs typeface="+mn-cs"/>
              </a:defRPr>
            </a:lvl9pPr>
          </a:lstStyle>
          <a:p>
            <a:r>
              <a:rPr lang="zh-TW" altLang="en-US" sz="20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一、專案列表</a:t>
            </a:r>
          </a:p>
        </p:txBody>
      </p:sp>
    </p:spTree>
    <p:extLst>
      <p:ext uri="{BB962C8B-B14F-4D97-AF65-F5344CB8AC3E}">
        <p14:creationId xmlns:p14="http://schemas.microsoft.com/office/powerpoint/2010/main" val="5027686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5940399" y="516626"/>
            <a:ext cx="188925" cy="188925"/>
          </a:xfrm>
          <a:prstGeom prst="rect">
            <a:avLst/>
          </a:prstGeom>
          <a:solidFill>
            <a:srgbClr val="FFFF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charset="-120"/>
              <a:cs typeface="Arial" charset="0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7083399" y="516626"/>
            <a:ext cx="188925" cy="1889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charset="-120"/>
              <a:cs typeface="Arial" charset="0"/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6161861" y="457200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b="0" dirty="0">
                <a:latin typeface="標楷體" pitchFamily="65" charset="-120"/>
                <a:ea typeface="標楷體" pitchFamily="65" charset="-120"/>
              </a:rPr>
              <a:t>評估中</a:t>
            </a:r>
          </a:p>
        </p:txBody>
      </p:sp>
      <p:sp>
        <p:nvSpPr>
          <p:cNvPr id="6" name="文字方塊 5"/>
          <p:cNvSpPr txBox="1"/>
          <p:nvPr/>
        </p:nvSpPr>
        <p:spPr>
          <a:xfrm>
            <a:off x="7304861" y="457200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b="0" dirty="0">
                <a:latin typeface="標楷體" pitchFamily="65" charset="-120"/>
                <a:ea typeface="標楷體" pitchFamily="65" charset="-120"/>
              </a:rPr>
              <a:t>執行中</a:t>
            </a:r>
          </a:p>
        </p:txBody>
      </p:sp>
      <p:sp>
        <p:nvSpPr>
          <p:cNvPr id="7" name="矩形 6"/>
          <p:cNvSpPr/>
          <p:nvPr/>
        </p:nvSpPr>
        <p:spPr bwMode="auto">
          <a:xfrm>
            <a:off x="8153400" y="516625"/>
            <a:ext cx="188925" cy="18892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charset="-120"/>
              <a:cs typeface="Arial" charset="0"/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8419286" y="467783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b="0" dirty="0">
                <a:latin typeface="標楷體" pitchFamily="65" charset="-120"/>
                <a:ea typeface="標楷體" pitchFamily="65" charset="-120"/>
              </a:rPr>
              <a:t>暫停</a:t>
            </a:r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383570"/>
              </p:ext>
            </p:extLst>
          </p:nvPr>
        </p:nvGraphicFramePr>
        <p:xfrm>
          <a:off x="123830" y="822932"/>
          <a:ext cx="8943973" cy="59588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95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5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3820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7501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No.</a:t>
                      </a:r>
                      <a:endParaRPr lang="zh-TW" altLang="en-US" sz="1200" b="1" dirty="0">
                        <a:solidFill>
                          <a:schemeClr val="bg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專案名稱</a:t>
                      </a:r>
                    </a:p>
                  </a:txBody>
                  <a:tcPr marT="45723" marB="45723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需求</a:t>
                      </a:r>
                      <a:br>
                        <a:rPr lang="en-US" altLang="zh-TW" sz="1200" b="1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</a:br>
                      <a:r>
                        <a:rPr lang="zh-TW" altLang="en-US" sz="1200" b="1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單位</a:t>
                      </a: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開始時間</a:t>
                      </a: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預計</a:t>
                      </a:r>
                      <a:br>
                        <a:rPr lang="en-US" altLang="zh-TW" sz="1200" b="1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</a:br>
                      <a:r>
                        <a:rPr lang="zh-TW" altLang="en-US" sz="1200" b="1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完成時間</a:t>
                      </a: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b="1" kern="12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本週工作項目</a:t>
                      </a:r>
                    </a:p>
                  </a:txBody>
                  <a:tcPr marT="45723" marB="457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下週工作項目</a:t>
                      </a:r>
                    </a:p>
                  </a:txBody>
                  <a:tcPr marT="45723" marB="457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效益</a:t>
                      </a: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負責人</a:t>
                      </a: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61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4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FAU</a:t>
                      </a:r>
                      <a:r>
                        <a:rPr lang="zh-TW" altLang="en-US" sz="120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驗證程式</a:t>
                      </a:r>
                      <a:endParaRPr lang="en-US" altLang="zh-TW" sz="120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王孟坤</a:t>
                      </a:r>
                      <a:br>
                        <a:rPr lang="en-US" altLang="zh-TW" sz="120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</a:br>
                      <a:r>
                        <a:rPr lang="zh-TW" altLang="en-US" sz="120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特助</a:t>
                      </a: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zh-TW" sz="1200" b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Wingdings" pitchFamily="2" charset="2"/>
                        </a:rPr>
                        <a:t>2026/07/24</a:t>
                      </a: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strike="sngStrike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Wingdings" pitchFamily="2" charset="2"/>
                        </a:rPr>
                        <a:t>2026/08/14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0" strike="noStrike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Wingdings" pitchFamily="2" charset="2"/>
                        </a:rPr>
                        <a:t>主功能結束</a:t>
                      </a:r>
                      <a:endParaRPr lang="en-US" altLang="zh-TW" sz="1200" b="0" strike="noStrike" baseline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Wingdings" pitchFamily="2" charset="2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lang="en-US" altLang="zh-TW" sz="1200" dirty="0"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altLang="zh-TW" sz="1200" dirty="0"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X/Y Pitch</a:t>
                      </a:r>
                      <a:r>
                        <a:rPr lang="zh-TW" altLang="en-US" sz="1200" dirty="0"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，且可由</a:t>
                      </a:r>
                      <a:r>
                        <a:rPr lang="en-US" altLang="zh-TW" sz="1200" dirty="0"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EXCEL</a:t>
                      </a:r>
                      <a:r>
                        <a:rPr lang="zh-TW" altLang="en-US" sz="1200" dirty="0"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匯入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altLang="zh-TW" sz="1200" dirty="0"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EXCEL</a:t>
                      </a:r>
                      <a:r>
                        <a:rPr lang="zh-TW" altLang="en-US" sz="1200" dirty="0"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報表加入</a:t>
                      </a:r>
                      <a:r>
                        <a:rPr lang="en-US" altLang="zh-TW" sz="1200" dirty="0"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Y</a:t>
                      </a:r>
                      <a:r>
                        <a:rPr lang="zh-TW" altLang="en-US" sz="1200" dirty="0"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的標準，以及夾角</a:t>
                      </a:r>
                      <a:endParaRPr lang="en-US" altLang="zh-TW" sz="1200" dirty="0"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zh-TW" altLang="en-US" sz="1200" dirty="0"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優化截圖</a:t>
                      </a:r>
                      <a:endParaRPr lang="en-US" altLang="zh-TW" sz="1200" dirty="0"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altLang="zh-TW" sz="1200" dirty="0"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UI</a:t>
                      </a:r>
                      <a:r>
                        <a:rPr lang="zh-TW" altLang="en-US" sz="1200" dirty="0"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調整</a:t>
                      </a: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r>
                        <a:rPr lang="zh-TW" altLang="en-US" sz="1200" dirty="0"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節省重覆計算時間</a:t>
                      </a:r>
                      <a:endParaRPr lang="en-US" altLang="zh-TW" sz="1200" dirty="0"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r>
                        <a:rPr lang="zh-TW" altLang="en-US" sz="1200" dirty="0"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避免人工計算錯誤</a:t>
                      </a: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zh-TW" altLang="en-US" sz="1200" b="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吳仁中</a:t>
                      </a:r>
                      <a:endParaRPr lang="en-US" altLang="zh-TW" sz="1200" b="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91510">
                <a:tc>
                  <a:txBody>
                    <a:bodyPr/>
                    <a:lstStyle/>
                    <a:p>
                      <a:pPr algn="ctr"/>
                      <a:endParaRPr lang="zh-TW" altLang="en-US" sz="140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zh-TW" altLang="en-US" sz="1200" dirty="0"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Wingdings" pitchFamily="2" charset="2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20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en-US" altLang="zh-TW" sz="1200" b="0" baseline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Wingdings" pitchFamily="2" charset="2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200" b="0" baseline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Wingdings" pitchFamily="2" charset="2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lang="en-US" altLang="zh-TW" sz="120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lang="en-US" altLang="zh-TW" sz="120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endParaRPr lang="zh-TW" altLang="en-US" sz="1200" dirty="0"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lang="en-US" altLang="zh-TW" sz="1200" b="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6177">
                <a:tc>
                  <a:txBody>
                    <a:bodyPr/>
                    <a:lstStyle/>
                    <a:p>
                      <a:pPr algn="ctr"/>
                      <a:endParaRPr lang="zh-TW" altLang="en-US" sz="140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20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20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en-US" altLang="zh-TW" sz="1200" b="0" baseline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Wingdings" pitchFamily="2" charset="2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200" b="0" strike="noStrike" baseline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Wingdings" pitchFamily="2" charset="2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lang="en-US" altLang="zh-TW" sz="1200" dirty="0"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lang="en-US" altLang="zh-TW" sz="1200" dirty="0"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endParaRPr lang="zh-TW" altLang="en-US" sz="1200" dirty="0"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lang="en-US" altLang="zh-TW" sz="1200" b="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39390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4"/>
          <p:cNvSpPr>
            <a:spLocks noChangeArrowheads="1"/>
          </p:cNvSpPr>
          <p:nvPr/>
        </p:nvSpPr>
        <p:spPr bwMode="auto">
          <a:xfrm>
            <a:off x="1292229" y="2279650"/>
            <a:ext cx="6480175" cy="2520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Arial" charset="0"/>
                <a:ea typeface="標楷體" pitchFamily="65" charset="-120"/>
                <a:cs typeface="Arial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kumimoji="1" sz="2800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TW" altLang="en-US" sz="4400" b="0" dirty="0">
                <a:latin typeface="+mn-ea"/>
                <a:ea typeface="+mn-ea"/>
              </a:rPr>
              <a:t>報告完畢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TW" altLang="en-US" sz="4400" b="0" dirty="0">
                <a:latin typeface="+mn-ea"/>
                <a:ea typeface="+mn-ea"/>
              </a:rPr>
              <a:t>感謝指教</a:t>
            </a:r>
          </a:p>
        </p:txBody>
      </p:sp>
    </p:spTree>
    <p:extLst>
      <p:ext uri="{BB962C8B-B14F-4D97-AF65-F5344CB8AC3E}">
        <p14:creationId xmlns:p14="http://schemas.microsoft.com/office/powerpoint/2010/main" val="26569844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2D4D2B73-B008-B5AD-CC0D-F1827BE7F03A}"/>
              </a:ext>
            </a:extLst>
          </p:cNvPr>
          <p:cNvSpPr txBox="1"/>
          <p:nvPr/>
        </p:nvSpPr>
        <p:spPr>
          <a:xfrm>
            <a:off x="403354" y="380999"/>
            <a:ext cx="41088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※25304 </a:t>
            </a:r>
            <a:r>
              <a:rPr lang="zh-TW" altLang="en-US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打壓測高安裝、使用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45EDE16-35A0-1B34-645A-ED267DE94F30}"/>
              </a:ext>
            </a:extLst>
          </p:cNvPr>
          <p:cNvSpPr txBox="1">
            <a:spLocks/>
          </p:cNvSpPr>
          <p:nvPr/>
        </p:nvSpPr>
        <p:spPr>
          <a:xfrm>
            <a:off x="533400" y="1005839"/>
            <a:ext cx="3622983" cy="461665"/>
          </a:xfrm>
          <a:prstGeom prst="rect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kumimoji="1" sz="2800">
                <a:solidFill>
                  <a:schemeClr val="tx1"/>
                </a:solidFill>
                <a:latin typeface="+mn-lt"/>
                <a:ea typeface="新細明體" charset="-12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新細明體" charset="-12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9pPr>
          </a:lstStyle>
          <a:p>
            <a:pPr marL="0" indent="0" algn="ctr">
              <a:lnSpc>
                <a:spcPts val="3000"/>
              </a:lnSpc>
              <a:buClrTx/>
              <a:buNone/>
            </a:pPr>
            <a:r>
              <a:rPr lang="en-US" altLang="zh-TW" sz="1800" kern="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HID (Human </a:t>
            </a:r>
            <a:r>
              <a:rPr lang="en-US" altLang="zh-TW" sz="1800" kern="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Inteface</a:t>
            </a:r>
            <a:r>
              <a:rPr lang="en-US" altLang="zh-TW" sz="1800" kern="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Device)</a:t>
            </a:r>
            <a:endParaRPr lang="zh-TW" altLang="zh-TW" sz="1800" dirty="0">
              <a:solidFill>
                <a:schemeClr val="bg1"/>
              </a:solidFill>
              <a:latin typeface="+mn-ea"/>
              <a:ea typeface="+mn-ea"/>
              <a:cs typeface="Calibri" panose="020F0502020204030204" pitchFamily="34" charset="0"/>
            </a:endParaRP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98EE15C5-F04D-B3A6-7330-2BEEED39C796}"/>
              </a:ext>
            </a:extLst>
          </p:cNvPr>
          <p:cNvSpPr txBox="1">
            <a:spLocks/>
          </p:cNvSpPr>
          <p:nvPr/>
        </p:nvSpPr>
        <p:spPr>
          <a:xfrm>
            <a:off x="533400" y="1752600"/>
            <a:ext cx="5257800" cy="35052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kumimoji="1" sz="2800">
                <a:solidFill>
                  <a:schemeClr val="tx1"/>
                </a:solidFill>
                <a:latin typeface="+mn-lt"/>
                <a:ea typeface="新細明體" charset="-12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新細明體" charset="-12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9pPr>
          </a:lstStyle>
          <a:p>
            <a:pPr>
              <a:lnSpc>
                <a:spcPts val="30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TW" sz="2000" b="0" kern="0" dirty="0">
                <a:latin typeface="Segoe UI" panose="020B0502040204020203" pitchFamily="34" charset="0"/>
                <a:cs typeface="Segoe UI" panose="020B0502040204020203" pitchFamily="34" charset="0"/>
              </a:rPr>
              <a:t>USB </a:t>
            </a:r>
            <a:r>
              <a:rPr lang="zh-TW" altLang="en-US" sz="2000" b="0" kern="0" dirty="0">
                <a:latin typeface="Segoe UI" panose="020B0502040204020203" pitchFamily="34" charset="0"/>
                <a:cs typeface="Segoe UI" panose="020B0502040204020203" pitchFamily="34" charset="0"/>
              </a:rPr>
              <a:t>隨插即用。</a:t>
            </a:r>
            <a:endParaRPr lang="en-US" altLang="zh-TW" sz="2000" b="0" kern="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ts val="3000"/>
              </a:lnSpc>
              <a:buClrTx/>
              <a:buFont typeface="Wingdings" panose="05000000000000000000" pitchFamily="2" charset="2"/>
              <a:buChar char="Ø"/>
            </a:pPr>
            <a:r>
              <a:rPr lang="zh-TW" altLang="en-US" sz="2000" b="0" kern="0" dirty="0">
                <a:latin typeface="Segoe UI" panose="020B0502040204020203" pitchFamily="34" charset="0"/>
                <a:cs typeface="Segoe UI" panose="020B0502040204020203" pitchFamily="34" charset="0"/>
              </a:rPr>
              <a:t>模擬鍵盤：</a:t>
            </a:r>
            <a:br>
              <a:rPr lang="en-US" altLang="zh-TW" sz="2000" b="0" kern="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zh-TW" altLang="en-US" sz="2000" b="0" kern="0" dirty="0">
                <a:latin typeface="Segoe UI" panose="020B0502040204020203" pitchFamily="34" charset="0"/>
                <a:cs typeface="Segoe UI" panose="020B0502040204020203" pitchFamily="34" charset="0"/>
              </a:rPr>
              <a:t>接收到什麼字母</a:t>
            </a:r>
            <a:r>
              <a:rPr lang="en-US" altLang="zh-TW" sz="2000" b="0" kern="0" dirty="0">
                <a:latin typeface="Segoe UI" panose="020B0502040204020203" pitchFamily="34" charset="0"/>
                <a:cs typeface="Segoe UI" panose="020B0502040204020203" pitchFamily="34" charset="0"/>
              </a:rPr>
              <a:t>/</a:t>
            </a:r>
            <a:r>
              <a:rPr lang="zh-TW" altLang="en-US" sz="2000" b="0" kern="0" dirty="0">
                <a:latin typeface="Segoe UI" panose="020B0502040204020203" pitchFamily="34" charset="0"/>
                <a:cs typeface="Segoe UI" panose="020B0502040204020203" pitchFamily="34" charset="0"/>
              </a:rPr>
              <a:t>數值，就像敲鍵盤一樣，一個字一個字輸出到游標位置。</a:t>
            </a:r>
            <a:endParaRPr lang="en-US" altLang="zh-TW" sz="2000" b="0" kern="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ts val="3000"/>
              </a:lnSpc>
              <a:buClrTx/>
              <a:buFont typeface="Wingdings" panose="05000000000000000000" pitchFamily="2" charset="2"/>
              <a:buChar char="Ø"/>
            </a:pPr>
            <a:r>
              <a:rPr lang="zh-TW" altLang="en-US" sz="2000" b="0" kern="0" dirty="0">
                <a:latin typeface="Segoe UI" panose="020B0502040204020203" pitchFamily="34" charset="0"/>
                <a:cs typeface="Segoe UI" panose="020B0502040204020203" pitchFamily="34" charset="0"/>
              </a:rPr>
              <a:t>搭配 </a:t>
            </a:r>
            <a:r>
              <a:rPr lang="en-US" altLang="zh-TW" sz="2000" b="0" kern="0" dirty="0">
                <a:latin typeface="Segoe UI" panose="020B0502040204020203" pitchFamily="34" charset="0"/>
                <a:cs typeface="Segoe UI" panose="020B0502040204020203" pitchFamily="34" charset="0"/>
              </a:rPr>
              <a:t>IT-016U</a:t>
            </a:r>
            <a:r>
              <a:rPr lang="zh-TW" altLang="en-US" sz="2000" b="0" kern="0" dirty="0">
                <a:latin typeface="Segoe UI" panose="020B0502040204020203" pitchFamily="34" charset="0"/>
                <a:cs typeface="Segoe UI" panose="020B0502040204020203" pitchFamily="34" charset="0"/>
              </a:rPr>
              <a:t>，使用按鍵讀取數值。</a:t>
            </a:r>
            <a:endParaRPr lang="en-US" altLang="zh-TW" sz="2000" b="0" kern="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ts val="30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TW" sz="2000" b="0" kern="0" dirty="0">
                <a:latin typeface="Segoe UI" panose="020B0502040204020203" pitchFamily="34" charset="0"/>
                <a:cs typeface="Segoe UI" panose="020B0502040204020203" pitchFamily="34" charset="0"/>
              </a:rPr>
              <a:t>25304 </a:t>
            </a:r>
            <a:r>
              <a:rPr lang="zh-TW" altLang="en-US" sz="2000" b="0" kern="0" dirty="0">
                <a:latin typeface="Segoe UI" panose="020B0502040204020203" pitchFamily="34" charset="0"/>
                <a:cs typeface="Segoe UI" panose="020B0502040204020203" pitchFamily="34" charset="0"/>
              </a:rPr>
              <a:t>使用電路實現自動多次讀取數值。</a:t>
            </a:r>
            <a:endParaRPr lang="en-US" altLang="zh-TW" sz="2000" b="0" kern="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ts val="3000"/>
              </a:lnSpc>
              <a:buClrTx/>
              <a:buFont typeface="Wingdings" panose="05000000000000000000" pitchFamily="2" charset="2"/>
              <a:buChar char="Ø"/>
            </a:pPr>
            <a:r>
              <a:rPr lang="zh-TW" altLang="en-US" sz="2000" kern="0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量測時，電腦不能做別的事。</a:t>
            </a:r>
            <a:endParaRPr lang="en-US" altLang="zh-TW" sz="2000" kern="0" dirty="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7589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D20F4C-2A3A-C32C-2970-E2A5C43A6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85C3D193-4FEA-8A92-03A2-12886F0B3F6B}"/>
              </a:ext>
            </a:extLst>
          </p:cNvPr>
          <p:cNvSpPr txBox="1"/>
          <p:nvPr/>
        </p:nvSpPr>
        <p:spPr>
          <a:xfrm>
            <a:off x="403354" y="380999"/>
            <a:ext cx="41088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※25304 </a:t>
            </a:r>
            <a:r>
              <a:rPr lang="zh-TW" altLang="en-US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打壓測高安裝、使用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11E73FFE-B43C-2C31-6D48-21CDE6392EE7}"/>
              </a:ext>
            </a:extLst>
          </p:cNvPr>
          <p:cNvSpPr txBox="1">
            <a:spLocks/>
          </p:cNvSpPr>
          <p:nvPr/>
        </p:nvSpPr>
        <p:spPr>
          <a:xfrm>
            <a:off x="533400" y="1005838"/>
            <a:ext cx="2971800" cy="461665"/>
          </a:xfrm>
          <a:prstGeom prst="rect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kumimoji="1" sz="2800">
                <a:solidFill>
                  <a:schemeClr val="tx1"/>
                </a:solidFill>
                <a:latin typeface="+mn-lt"/>
                <a:ea typeface="新細明體" charset="-12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新細明體" charset="-12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9pPr>
          </a:lstStyle>
          <a:p>
            <a:pPr marL="0" indent="0" algn="ctr">
              <a:lnSpc>
                <a:spcPts val="3000"/>
              </a:lnSpc>
              <a:buClrTx/>
              <a:buNone/>
            </a:pPr>
            <a:r>
              <a:rPr lang="en-US" altLang="zh-TW" sz="1800" kern="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VCP (Virtual COM Port)</a:t>
            </a:r>
            <a:endParaRPr lang="zh-TW" altLang="zh-TW" sz="1800" dirty="0">
              <a:solidFill>
                <a:schemeClr val="bg1"/>
              </a:solidFill>
              <a:latin typeface="+mn-ea"/>
              <a:ea typeface="+mn-ea"/>
              <a:cs typeface="Calibri" panose="020F0502020204030204" pitchFamily="34" charset="0"/>
            </a:endParaRP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B3408F8B-A179-96DC-E49F-A9E3E2B89E94}"/>
              </a:ext>
            </a:extLst>
          </p:cNvPr>
          <p:cNvSpPr txBox="1">
            <a:spLocks/>
          </p:cNvSpPr>
          <p:nvPr/>
        </p:nvSpPr>
        <p:spPr>
          <a:xfrm>
            <a:off x="533400" y="1752600"/>
            <a:ext cx="4876800" cy="46482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kumimoji="1" sz="2800">
                <a:solidFill>
                  <a:schemeClr val="tx1"/>
                </a:solidFill>
                <a:latin typeface="+mn-lt"/>
                <a:ea typeface="新細明體" charset="-12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新細明體" charset="-12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9pPr>
          </a:lstStyle>
          <a:p>
            <a:pPr>
              <a:lnSpc>
                <a:spcPts val="3000"/>
              </a:lnSpc>
              <a:buClrTx/>
              <a:buFont typeface="Wingdings" panose="05000000000000000000" pitchFamily="2" charset="2"/>
              <a:buChar char="Ø"/>
            </a:pPr>
            <a:r>
              <a:rPr lang="zh-TW" altLang="en-US" sz="2000" kern="0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需安裝驅動程式。</a:t>
            </a:r>
            <a:r>
              <a:rPr lang="en-US" altLang="zh-TW" sz="2000" kern="0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</a:t>
            </a:r>
            <a:r>
              <a:rPr lang="zh-TW" altLang="en-US" sz="2000" kern="0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改回</a:t>
            </a:r>
            <a:r>
              <a:rPr lang="en-US" altLang="zh-TW" sz="2000" kern="0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HID</a:t>
            </a:r>
            <a:r>
              <a:rPr lang="zh-TW" altLang="en-US" sz="2000" kern="0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需移除</a:t>
            </a:r>
            <a:r>
              <a:rPr lang="en-US" altLang="zh-TW" sz="2000" kern="0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</a:p>
          <a:p>
            <a:pPr>
              <a:lnSpc>
                <a:spcPts val="3000"/>
              </a:lnSpc>
              <a:buClrTx/>
              <a:buFont typeface="Wingdings" panose="05000000000000000000" pitchFamily="2" charset="2"/>
              <a:buChar char="Ø"/>
            </a:pPr>
            <a:r>
              <a:rPr lang="zh-TW" altLang="en-US" sz="2000" b="0" kern="0" dirty="0">
                <a:latin typeface="Segoe UI" panose="020B0502040204020203" pitchFamily="34" charset="0"/>
                <a:cs typeface="Segoe UI" panose="020B0502040204020203" pitchFamily="34" charset="0"/>
              </a:rPr>
              <a:t>連線方式 </a:t>
            </a:r>
            <a:r>
              <a:rPr lang="en-US" altLang="zh-TW" sz="2000" b="0" kern="0" dirty="0">
                <a:latin typeface="Segoe UI" panose="020B0502040204020203" pitchFamily="34" charset="0"/>
                <a:cs typeface="Segoe UI" panose="020B0502040204020203" pitchFamily="34" charset="0"/>
              </a:rPr>
              <a:t>(</a:t>
            </a:r>
            <a:r>
              <a:rPr lang="zh-TW" altLang="en-US" sz="2000" b="0" kern="0" dirty="0">
                <a:latin typeface="Segoe UI" panose="020B0502040204020203" pitchFamily="34" charset="0"/>
                <a:cs typeface="Segoe UI" panose="020B0502040204020203" pitchFamily="34" charset="0"/>
              </a:rPr>
              <a:t>在高度計上設定</a:t>
            </a:r>
            <a:r>
              <a:rPr lang="en-US" altLang="zh-TW" sz="2000" b="0" kern="0"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  <a:r>
              <a:rPr lang="zh-TW" altLang="en-US" sz="2000" b="0" kern="0">
                <a:latin typeface="Segoe UI" panose="020B0502040204020203" pitchFamily="34" charset="0"/>
                <a:cs typeface="Segoe UI" panose="020B0502040204020203" pitchFamily="34" charset="0"/>
              </a:rPr>
              <a:t>：</a:t>
            </a:r>
            <a:endParaRPr lang="en-US" altLang="zh-TW" sz="2000" b="0" kern="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>
              <a:lnSpc>
                <a:spcPts val="3000"/>
              </a:lnSpc>
              <a:buClrTx/>
              <a:buFont typeface="Wingdings" panose="05000000000000000000" pitchFamily="2" charset="2"/>
              <a:buChar char="u"/>
            </a:pPr>
            <a:r>
              <a:rPr lang="en-US" altLang="zh-TW" sz="1800" b="0" kern="0" dirty="0"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SPC</a:t>
            </a:r>
            <a:r>
              <a:rPr lang="zh-TW" altLang="en-US" sz="1800" b="0" kern="0" dirty="0"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：數位輸出，保留目前使用 </a:t>
            </a:r>
            <a:r>
              <a:rPr lang="en-US" altLang="zh-TW" sz="1800" b="0" kern="0" dirty="0"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IT-016U </a:t>
            </a:r>
            <a:r>
              <a:rPr lang="zh-TW" altLang="en-US" sz="1800" b="0" kern="0" dirty="0"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的連接方式。</a:t>
            </a:r>
            <a:endParaRPr lang="en-US" altLang="zh-TW" sz="1800" b="0" kern="0" dirty="0"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lvl="1">
              <a:lnSpc>
                <a:spcPts val="3000"/>
              </a:lnSpc>
              <a:buClrTx/>
              <a:buFont typeface="Wingdings" panose="05000000000000000000" pitchFamily="2" charset="2"/>
              <a:buChar char="u"/>
            </a:pPr>
            <a:r>
              <a:rPr lang="en-US" altLang="zh-TW" sz="1800" b="0" kern="0" dirty="0"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RS-232</a:t>
            </a:r>
            <a:r>
              <a:rPr lang="zh-TW" altLang="en-US" sz="1800" b="0" kern="0" dirty="0"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：需依說明書製作 </a:t>
            </a:r>
            <a:r>
              <a:rPr lang="en-US" altLang="zh-TW" sz="1800" b="0" kern="0" dirty="0"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9 pin D</a:t>
            </a:r>
            <a:r>
              <a:rPr lang="zh-TW" altLang="en-US" sz="1800" b="0" kern="0" dirty="0"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型接頭數據線。</a:t>
            </a:r>
            <a:endParaRPr lang="en-US" altLang="zh-TW" sz="1600" b="0" kern="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ts val="30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TW" sz="2000" b="0" kern="0" dirty="0">
                <a:latin typeface="Segoe UI" panose="020B0502040204020203" pitchFamily="34" charset="0"/>
                <a:cs typeface="Segoe UI" panose="020B0502040204020203" pitchFamily="34" charset="0"/>
              </a:rPr>
              <a:t>25304 </a:t>
            </a:r>
            <a:r>
              <a:rPr lang="zh-TW" altLang="en-US" sz="2000" b="0" kern="0" dirty="0">
                <a:latin typeface="Segoe UI" panose="020B0502040204020203" pitchFamily="34" charset="0"/>
                <a:cs typeface="Segoe UI" panose="020B0502040204020203" pitchFamily="34" charset="0"/>
              </a:rPr>
              <a:t>使用電路實現自動多次讀取數值</a:t>
            </a:r>
            <a:endParaRPr lang="en-US" altLang="zh-TW" sz="2000" kern="0" dirty="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53526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E914DD-785C-1FEB-25DB-C642D10F0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733A4835-4400-8161-9F80-8884D0C4CE87}"/>
              </a:ext>
            </a:extLst>
          </p:cNvPr>
          <p:cNvSpPr txBox="1"/>
          <p:nvPr/>
        </p:nvSpPr>
        <p:spPr>
          <a:xfrm>
            <a:off x="403354" y="380999"/>
            <a:ext cx="27238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※ </a:t>
            </a:r>
            <a:r>
              <a:rPr lang="zh-TW" altLang="en-US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舊有的使用方式</a:t>
            </a:r>
            <a:endParaRPr lang="en-US" altLang="zh-TW" sz="240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112FCCF9-1205-AA37-E282-E387FA7BBBCA}"/>
              </a:ext>
            </a:extLst>
          </p:cNvPr>
          <p:cNvSpPr txBox="1">
            <a:spLocks/>
          </p:cNvSpPr>
          <p:nvPr/>
        </p:nvSpPr>
        <p:spPr>
          <a:xfrm>
            <a:off x="479554" y="914400"/>
            <a:ext cx="5540246" cy="57531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kumimoji="1" sz="2800">
                <a:solidFill>
                  <a:schemeClr val="tx1"/>
                </a:solidFill>
                <a:latin typeface="+mn-lt"/>
                <a:ea typeface="新細明體" charset="-12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新細明體" charset="-12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9pPr>
          </a:lstStyle>
          <a:p>
            <a:pPr>
              <a:lnSpc>
                <a:spcPts val="3000"/>
              </a:lnSpc>
              <a:buClrTx/>
              <a:buFont typeface="Wingdings" panose="05000000000000000000" pitchFamily="2" charset="2"/>
              <a:buChar char="Ø"/>
            </a:pPr>
            <a:r>
              <a:rPr lang="zh-TW" altLang="en-US" sz="2000" b="0" kern="0" dirty="0">
                <a:latin typeface="Segoe UI" panose="020B0502040204020203" pitchFamily="34" charset="0"/>
                <a:cs typeface="Segoe UI" panose="020B0502040204020203" pitchFamily="34" charset="0"/>
              </a:rPr>
              <a:t>使用</a:t>
            </a:r>
            <a:r>
              <a:rPr lang="en-US" altLang="zh-TW" sz="2000" b="0" kern="0" dirty="0">
                <a:latin typeface="Segoe UI" panose="020B0502040204020203" pitchFamily="34" charset="0"/>
                <a:cs typeface="Segoe UI" panose="020B0502040204020203" pitchFamily="34" charset="0"/>
              </a:rPr>
              <a:t>USB-ITN</a:t>
            </a:r>
            <a:r>
              <a:rPr lang="zh-TW" altLang="en-US" sz="2000" b="0" kern="0" dirty="0">
                <a:latin typeface="Segoe UI" panose="020B0502040204020203" pitchFamily="34" charset="0"/>
                <a:cs typeface="Segoe UI" panose="020B0502040204020203" pitchFamily="34" charset="0"/>
              </a:rPr>
              <a:t>的模擬鍵盤功能，直接由</a:t>
            </a:r>
            <a:r>
              <a:rPr lang="en-US" altLang="zh-TW" sz="2000" b="0" kern="0" dirty="0">
                <a:latin typeface="Segoe UI" panose="020B0502040204020203" pitchFamily="34" charset="0"/>
                <a:cs typeface="Segoe UI" panose="020B0502040204020203" pitchFamily="34" charset="0"/>
              </a:rPr>
              <a:t>EXCEL</a:t>
            </a:r>
            <a:r>
              <a:rPr lang="zh-TW" altLang="en-US" sz="2000" b="0" kern="0" dirty="0">
                <a:latin typeface="Segoe UI" panose="020B0502040204020203" pitchFamily="34" charset="0"/>
                <a:cs typeface="Segoe UI" panose="020B0502040204020203" pitchFamily="34" charset="0"/>
              </a:rPr>
              <a:t>接收。</a:t>
            </a:r>
            <a:br>
              <a:rPr lang="en-US" altLang="zh-TW" sz="2000" b="0" kern="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zh-TW" altLang="en-US" sz="2000" b="0" kern="0" dirty="0">
                <a:latin typeface="Segoe UI" panose="020B0502040204020203" pitchFamily="34" charset="0"/>
                <a:cs typeface="Segoe UI" panose="020B0502040204020203" pitchFamily="34" charset="0"/>
              </a:rPr>
              <a:t>就像條碼機的用法相似。</a:t>
            </a:r>
            <a:endParaRPr lang="en-US" altLang="zh-TW" sz="2000" b="0" kern="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ts val="3000"/>
              </a:lnSpc>
              <a:buClrTx/>
              <a:buFont typeface="Wingdings" panose="05000000000000000000" pitchFamily="2" charset="2"/>
              <a:buChar char="Ø"/>
            </a:pPr>
            <a:r>
              <a:rPr lang="zh-TW" altLang="en-US" sz="2000" b="0" kern="0" dirty="0">
                <a:latin typeface="+mn-ea"/>
                <a:cs typeface="Segoe UI" panose="020B0502040204020203" pitchFamily="34" charset="0"/>
              </a:rPr>
              <a:t>問題點：</a:t>
            </a:r>
            <a:endParaRPr lang="en-US" altLang="zh-TW" sz="2000" b="0" kern="0" dirty="0">
              <a:latin typeface="+mn-ea"/>
              <a:cs typeface="Segoe UI" panose="020B0502040204020203" pitchFamily="34" charset="0"/>
            </a:endParaRPr>
          </a:p>
          <a:p>
            <a:pPr lvl="1">
              <a:lnSpc>
                <a:spcPts val="3000"/>
              </a:lnSpc>
              <a:buClrTx/>
              <a:buFont typeface="Wingdings" panose="05000000000000000000" pitchFamily="2" charset="2"/>
              <a:buChar char="l"/>
            </a:pPr>
            <a:r>
              <a:rPr lang="zh-TW" altLang="en-US" sz="2000" b="0" kern="0" dirty="0">
                <a:latin typeface="+mn-ea"/>
                <a:ea typeface="+mn-ea"/>
                <a:cs typeface="Segoe UI" panose="020B0502040204020203" pitchFamily="34" charset="0"/>
              </a:rPr>
              <a:t>依賴游標位置：如果游標位置錯誤，就會收不到資料。</a:t>
            </a:r>
            <a:endParaRPr lang="en-US" altLang="zh-TW" sz="2000" b="0" kern="0" dirty="0">
              <a:latin typeface="+mn-ea"/>
              <a:ea typeface="+mn-ea"/>
              <a:cs typeface="Segoe UI" panose="020B0502040204020203" pitchFamily="34" charset="0"/>
            </a:endParaRPr>
          </a:p>
          <a:p>
            <a:pPr lvl="1">
              <a:lnSpc>
                <a:spcPts val="3000"/>
              </a:lnSpc>
              <a:buClrTx/>
              <a:buFont typeface="Wingdings" panose="05000000000000000000" pitchFamily="2" charset="2"/>
              <a:buChar char="l"/>
            </a:pPr>
            <a:r>
              <a:rPr lang="zh-TW" altLang="en-US" sz="2000" b="0" kern="0" dirty="0">
                <a:latin typeface="+mn-ea"/>
                <a:ea typeface="+mn-ea"/>
                <a:cs typeface="Segoe UI" panose="020B0502040204020203" pitchFamily="34" charset="0"/>
              </a:rPr>
              <a:t>無法多設備作業：因為無法區分資料來源是那個設備。</a:t>
            </a:r>
            <a:endParaRPr lang="en-US" altLang="zh-TW" sz="2000" b="0" kern="0" dirty="0">
              <a:latin typeface="+mn-ea"/>
              <a:ea typeface="+mn-ea"/>
              <a:cs typeface="Segoe UI" panose="020B0502040204020203" pitchFamily="34" charset="0"/>
            </a:endParaRPr>
          </a:p>
          <a:p>
            <a:pPr lvl="1">
              <a:lnSpc>
                <a:spcPts val="3000"/>
              </a:lnSpc>
              <a:buClrTx/>
              <a:buFont typeface="Wingdings" panose="05000000000000000000" pitchFamily="2" charset="2"/>
              <a:buChar char="l"/>
            </a:pPr>
            <a:r>
              <a:rPr lang="zh-TW" altLang="en-US" sz="2000" b="0" kern="0" dirty="0">
                <a:latin typeface="+mn-ea"/>
                <a:ea typeface="+mn-ea"/>
                <a:cs typeface="Segoe UI" panose="020B0502040204020203" pitchFamily="34" charset="0"/>
              </a:rPr>
              <a:t>無法驗證資料及視覺化反饋：只能單純接收資料，無法撰寫程式及</a:t>
            </a:r>
            <a:r>
              <a:rPr lang="en-US" altLang="zh-TW" sz="2000" b="0" kern="0" dirty="0"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UI</a:t>
            </a:r>
            <a:r>
              <a:rPr lang="zh-TW" altLang="en-US" sz="2000" b="0" kern="0" dirty="0">
                <a:latin typeface="+mn-ea"/>
                <a:ea typeface="+mn-ea"/>
                <a:cs typeface="Segoe UI" panose="020B0502040204020203" pitchFamily="34" charset="0"/>
              </a:rPr>
              <a:t>做即時驗證與反饋。</a:t>
            </a:r>
            <a:br>
              <a:rPr lang="en-US" altLang="zh-TW" sz="2000" b="0" kern="0" dirty="0">
                <a:latin typeface="+mn-ea"/>
                <a:ea typeface="+mn-ea"/>
                <a:cs typeface="Segoe UI" panose="020B0502040204020203" pitchFamily="34" charset="0"/>
              </a:rPr>
            </a:br>
            <a:r>
              <a:rPr lang="zh-TW" altLang="en-US" sz="2000" b="0" kern="0" dirty="0">
                <a:latin typeface="+mn-ea"/>
                <a:ea typeface="+mn-ea"/>
                <a:cs typeface="Segoe UI" panose="020B0502040204020203" pitchFamily="34" charset="0"/>
              </a:rPr>
              <a:t>除非使用</a:t>
            </a:r>
            <a:r>
              <a:rPr lang="en-US" altLang="zh-TW" sz="2000" b="0" kern="0" dirty="0"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EXCEL</a:t>
            </a:r>
            <a:r>
              <a:rPr lang="zh-TW" altLang="en-US" sz="2000" b="0" kern="0" dirty="0">
                <a:latin typeface="+mn-ea"/>
                <a:ea typeface="+mn-ea"/>
                <a:cs typeface="Segoe UI" panose="020B0502040204020203" pitchFamily="34" charset="0"/>
              </a:rPr>
              <a:t>事先設計公式與表格。</a:t>
            </a:r>
            <a:endParaRPr lang="en-US" altLang="zh-TW" sz="2000" b="0" kern="0" dirty="0">
              <a:latin typeface="+mn-ea"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62635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E914DD-785C-1FEB-25DB-C642D10F0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直線接點 44"/>
          <p:cNvCxnSpPr/>
          <p:nvPr/>
        </p:nvCxnSpPr>
        <p:spPr bwMode="auto">
          <a:xfrm>
            <a:off x="1971675" y="5200650"/>
            <a:ext cx="6791325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bg1">
                <a:lumMod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" name="文字方塊 4">
            <a:extLst>
              <a:ext uri="{FF2B5EF4-FFF2-40B4-BE49-F238E27FC236}">
                <a16:creationId xmlns:a16="http://schemas.microsoft.com/office/drawing/2014/main" id="{733A4835-4400-8161-9F80-8884D0C4CE87}"/>
              </a:ext>
            </a:extLst>
          </p:cNvPr>
          <p:cNvSpPr txBox="1"/>
          <p:nvPr/>
        </p:nvSpPr>
        <p:spPr>
          <a:xfrm>
            <a:off x="403354" y="380999"/>
            <a:ext cx="32143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※ </a:t>
            </a:r>
            <a:r>
              <a:rPr lang="en-US" altLang="zh-TW" sz="2400" dirty="0" err="1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RawInput</a:t>
            </a:r>
            <a:r>
              <a:rPr lang="en-US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 </a:t>
            </a:r>
            <a:r>
              <a:rPr lang="zh-TW" altLang="en-US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的資料流</a:t>
            </a:r>
            <a:endParaRPr lang="en-US" altLang="zh-TW" sz="240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2527445" y="1376437"/>
            <a:ext cx="1066800" cy="162874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 anchorCtr="0">
            <a:noAutofit/>
          </a:bodyPr>
          <a:lstStyle/>
          <a:p>
            <a:pPr algn="ctr"/>
            <a:r>
              <a:rPr lang="en-US" altLang="zh-TW" sz="1800" b="0" dirty="0">
                <a:latin typeface="Segoe UI" panose="020B0502040204020203" pitchFamily="34" charset="0"/>
                <a:cs typeface="Segoe UI" panose="020B0502040204020203" pitchFamily="34" charset="0"/>
              </a:rPr>
              <a:t>Windows</a:t>
            </a:r>
          </a:p>
          <a:p>
            <a:pPr algn="ctr"/>
            <a:r>
              <a:rPr lang="en-US" altLang="zh-TW" sz="1800" b="0" dirty="0">
                <a:latin typeface="Segoe UI" panose="020B0502040204020203" pitchFamily="34" charset="0"/>
                <a:cs typeface="Segoe UI" panose="020B0502040204020203" pitchFamily="34" charset="0"/>
              </a:rPr>
              <a:t>Driver</a:t>
            </a:r>
            <a:endParaRPr lang="zh-TW" altLang="en-US" sz="1800" b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4" name="群組 3"/>
          <p:cNvGrpSpPr/>
          <p:nvPr/>
        </p:nvGrpSpPr>
        <p:grpSpPr>
          <a:xfrm>
            <a:off x="457200" y="1376436"/>
            <a:ext cx="1467068" cy="1628745"/>
            <a:chOff x="709960" y="2028853"/>
            <a:chExt cx="1467068" cy="1628745"/>
          </a:xfrm>
        </p:grpSpPr>
        <p:sp>
          <p:nvSpPr>
            <p:cNvPr id="8" name="文字方塊 7"/>
            <p:cNvSpPr txBox="1"/>
            <p:nvPr/>
          </p:nvSpPr>
          <p:spPr>
            <a:xfrm>
              <a:off x="709960" y="2028853"/>
              <a:ext cx="1467068" cy="1628745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rtlCol="0" anchor="t" anchorCtr="0">
              <a:noAutofit/>
            </a:bodyPr>
            <a:lstStyle/>
            <a:p>
              <a:pPr algn="ctr"/>
              <a:r>
                <a:rPr lang="zh-TW" altLang="en-US" sz="1800" b="0" dirty="0">
                  <a:latin typeface="+mn-ea"/>
                  <a:ea typeface="+mn-ea"/>
                  <a:cs typeface="Segoe UI" panose="020B0502040204020203" pitchFamily="34" charset="0"/>
                </a:rPr>
                <a:t>硬體輸入層</a:t>
              </a:r>
            </a:p>
          </p:txBody>
        </p:sp>
        <p:sp>
          <p:nvSpPr>
            <p:cNvPr id="3" name="文字方塊 2"/>
            <p:cNvSpPr txBox="1"/>
            <p:nvPr/>
          </p:nvSpPr>
          <p:spPr>
            <a:xfrm>
              <a:off x="852627" y="2590800"/>
              <a:ext cx="1181734" cy="369332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lang="en-US" altLang="zh-TW" sz="1800" b="0" dirty="0">
                  <a:latin typeface="Segoe UI" panose="020B0502040204020203" pitchFamily="34" charset="0"/>
                  <a:cs typeface="Segoe UI" panose="020B0502040204020203" pitchFamily="34" charset="0"/>
                </a:rPr>
                <a:t>HID</a:t>
              </a:r>
              <a:r>
                <a:rPr lang="zh-TW" altLang="en-US" sz="1800" b="0" dirty="0">
                  <a:latin typeface="+mn-ea"/>
                  <a:cs typeface="Segoe UI" panose="020B0502040204020203" pitchFamily="34" charset="0"/>
                </a:rPr>
                <a:t>設備</a:t>
              </a:r>
              <a:r>
                <a:rPr lang="en-US" altLang="zh-TW" sz="1800" b="0" dirty="0">
                  <a:latin typeface="Segoe UI" panose="020B0502040204020203" pitchFamily="34" charset="0"/>
                  <a:cs typeface="Segoe UI" panose="020B0502040204020203" pitchFamily="34" charset="0"/>
                </a:rPr>
                <a:t>A</a:t>
              </a:r>
              <a:endParaRPr lang="zh-TW" altLang="en-US" sz="1800" b="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" name="文字方塊 9"/>
            <p:cNvSpPr txBox="1"/>
            <p:nvPr/>
          </p:nvSpPr>
          <p:spPr>
            <a:xfrm>
              <a:off x="860642" y="3143310"/>
              <a:ext cx="1165704" cy="369332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lang="en-US" altLang="zh-TW" sz="1800" b="0" dirty="0">
                  <a:latin typeface="Segoe UI" panose="020B0502040204020203" pitchFamily="34" charset="0"/>
                  <a:cs typeface="Segoe UI" panose="020B0502040204020203" pitchFamily="34" charset="0"/>
                </a:rPr>
                <a:t>HID</a:t>
              </a:r>
              <a:r>
                <a:rPr lang="zh-TW" altLang="en-US" sz="1800" b="0" dirty="0">
                  <a:latin typeface="+mn-ea"/>
                  <a:cs typeface="Segoe UI" panose="020B0502040204020203" pitchFamily="34" charset="0"/>
                </a:rPr>
                <a:t>設備</a:t>
              </a:r>
              <a:r>
                <a:rPr lang="en-US" altLang="zh-TW" sz="1800" b="0" dirty="0">
                  <a:latin typeface="Segoe UI" panose="020B0502040204020203" pitchFamily="34" charset="0"/>
                  <a:cs typeface="Segoe UI" panose="020B0502040204020203" pitchFamily="34" charset="0"/>
                </a:rPr>
                <a:t>B</a:t>
              </a:r>
              <a:endParaRPr lang="zh-TW" altLang="en-US" sz="1800" b="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6" name="群組 15"/>
          <p:cNvGrpSpPr/>
          <p:nvPr/>
        </p:nvGrpSpPr>
        <p:grpSpPr>
          <a:xfrm>
            <a:off x="4197422" y="1028820"/>
            <a:ext cx="2819400" cy="2323980"/>
            <a:chOff x="3962400" y="1681235"/>
            <a:chExt cx="2819400" cy="2323980"/>
          </a:xfrm>
        </p:grpSpPr>
        <p:sp>
          <p:nvSpPr>
            <p:cNvPr id="11" name="文字方塊 10"/>
            <p:cNvSpPr txBox="1"/>
            <p:nvPr/>
          </p:nvSpPr>
          <p:spPr>
            <a:xfrm>
              <a:off x="3962400" y="1681235"/>
              <a:ext cx="2819400" cy="2323980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none" rtlCol="0" anchor="t" anchorCtr="0">
              <a:noAutofit/>
            </a:bodyPr>
            <a:lstStyle/>
            <a:p>
              <a:pPr algn="ctr"/>
              <a:r>
                <a:rPr lang="zh-TW" altLang="en-US" sz="1800" b="0" dirty="0">
                  <a:latin typeface="+mn-ea"/>
                  <a:ea typeface="+mn-ea"/>
                  <a:cs typeface="Segoe UI" panose="020B0502040204020203" pitchFamily="34" charset="0"/>
                </a:rPr>
                <a:t>一般訊息路徑</a:t>
              </a:r>
            </a:p>
          </p:txBody>
        </p:sp>
        <p:sp>
          <p:nvSpPr>
            <p:cNvPr id="12" name="文字方塊 11"/>
            <p:cNvSpPr txBox="1"/>
            <p:nvPr/>
          </p:nvSpPr>
          <p:spPr>
            <a:xfrm>
              <a:off x="4069275" y="2243182"/>
              <a:ext cx="2605650" cy="646331"/>
            </a:xfrm>
            <a:prstGeom prst="rect">
              <a:avLst/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lang="zh-TW" altLang="en-US" sz="1800" b="0" dirty="0">
                  <a:latin typeface="Segoe UI" panose="020B0502040204020203" pitchFamily="34" charset="0"/>
                  <a:cs typeface="Segoe UI" panose="020B0502040204020203" pitchFamily="34" charset="0"/>
                </a:rPr>
                <a:t>字元轉換</a:t>
              </a:r>
              <a:endParaRPr lang="en-US" altLang="zh-TW" sz="1800" b="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r>
                <a:rPr lang="en-US" altLang="zh-TW" sz="1800" b="0" dirty="0">
                  <a:latin typeface="Segoe UI" panose="020B0502040204020203" pitchFamily="34" charset="0"/>
                  <a:cs typeface="Segoe UI" panose="020B0502040204020203" pitchFamily="34" charset="0"/>
                </a:rPr>
                <a:t>Virtual Key / WM_CHAR</a:t>
              </a:r>
              <a:endParaRPr lang="zh-TW" altLang="en-US" sz="1800" b="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4" name="文字方塊 13"/>
            <p:cNvSpPr txBox="1"/>
            <p:nvPr/>
          </p:nvSpPr>
          <p:spPr>
            <a:xfrm>
              <a:off x="4069275" y="3125314"/>
              <a:ext cx="2605650" cy="707886"/>
            </a:xfrm>
            <a:prstGeom prst="rect">
              <a:avLst/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wrap="none" rtlCol="0">
              <a:noAutofit/>
            </a:bodyPr>
            <a:lstStyle/>
            <a:p>
              <a:r>
                <a:rPr lang="zh-TW" altLang="en-US" sz="1800" b="0" dirty="0">
                  <a:latin typeface="Segoe UI" panose="020B0502040204020203" pitchFamily="34" charset="0"/>
                  <a:cs typeface="Segoe UI" panose="020B0502040204020203" pitchFamily="34" charset="0"/>
                </a:rPr>
                <a:t>加工與合併</a:t>
              </a:r>
            </a:p>
            <a:p>
              <a:r>
                <a:rPr lang="zh-TW" altLang="en-US" sz="1800" b="0" dirty="0">
                  <a:latin typeface="Segoe UI" panose="020B0502040204020203" pitchFamily="34" charset="0"/>
                  <a:cs typeface="Segoe UI" panose="020B0502040204020203" pitchFamily="34" charset="0"/>
                </a:rPr>
                <a:t>滑鼠 </a:t>
              </a:r>
              <a:r>
                <a:rPr lang="en-US" altLang="zh-TW" sz="1800" b="0" dirty="0">
                  <a:latin typeface="Segoe UI" panose="020B0502040204020203" pitchFamily="34" charset="0"/>
                  <a:cs typeface="Segoe UI" panose="020B0502040204020203" pitchFamily="34" charset="0"/>
                </a:rPr>
                <a:t>/ </a:t>
              </a:r>
              <a:r>
                <a:rPr lang="zh-TW" altLang="en-US" sz="1800" b="0" dirty="0">
                  <a:latin typeface="Segoe UI" panose="020B0502040204020203" pitchFamily="34" charset="0"/>
                  <a:cs typeface="Segoe UI" panose="020B0502040204020203" pitchFamily="34" charset="0"/>
                </a:rPr>
                <a:t>滑球移動量→座標</a:t>
              </a:r>
            </a:p>
          </p:txBody>
        </p:sp>
      </p:grpSp>
      <p:sp>
        <p:nvSpPr>
          <p:cNvPr id="15" name="文字方塊 14"/>
          <p:cNvSpPr txBox="1"/>
          <p:nvPr/>
        </p:nvSpPr>
        <p:spPr>
          <a:xfrm>
            <a:off x="7620000" y="1376437"/>
            <a:ext cx="1066800" cy="162874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 anchor="ctr" anchorCtr="0">
            <a:noAutofit/>
          </a:bodyPr>
          <a:lstStyle/>
          <a:p>
            <a:pPr algn="ctr"/>
            <a:r>
              <a:rPr lang="zh-TW" altLang="en-US" sz="1800" b="0" dirty="0">
                <a:latin typeface="Segoe UI" panose="020B0502040204020203" pitchFamily="34" charset="0"/>
                <a:cs typeface="Segoe UI" panose="020B0502040204020203" pitchFamily="34" charset="0"/>
              </a:rPr>
              <a:t>應用</a:t>
            </a:r>
            <a:br>
              <a:rPr lang="en-US" altLang="zh-TW" sz="1800" b="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zh-TW" altLang="en-US" sz="1800" b="0" dirty="0">
                <a:latin typeface="Segoe UI" panose="020B0502040204020203" pitchFamily="34" charset="0"/>
                <a:cs typeface="Segoe UI" panose="020B0502040204020203" pitchFamily="34" charset="0"/>
              </a:rPr>
              <a:t>程式</a:t>
            </a:r>
          </a:p>
        </p:txBody>
      </p:sp>
      <p:grpSp>
        <p:nvGrpSpPr>
          <p:cNvPr id="21" name="群組 20"/>
          <p:cNvGrpSpPr/>
          <p:nvPr/>
        </p:nvGrpSpPr>
        <p:grpSpPr>
          <a:xfrm>
            <a:off x="5168510" y="5467410"/>
            <a:ext cx="2146690" cy="1161990"/>
            <a:chOff x="4025510" y="4361105"/>
            <a:chExt cx="2146690" cy="1161990"/>
          </a:xfrm>
        </p:grpSpPr>
        <p:sp>
          <p:nvSpPr>
            <p:cNvPr id="18" name="文字方塊 17"/>
            <p:cNvSpPr txBox="1"/>
            <p:nvPr/>
          </p:nvSpPr>
          <p:spPr>
            <a:xfrm>
              <a:off x="4025510" y="4361105"/>
              <a:ext cx="2146690" cy="1161990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none" rtlCol="0" anchor="t" anchorCtr="0">
              <a:noAutofit/>
            </a:bodyPr>
            <a:lstStyle/>
            <a:p>
              <a:pPr algn="ctr"/>
              <a:r>
                <a:rPr lang="en-US" altLang="zh-TW" sz="1800" b="0" dirty="0" err="1">
                  <a:latin typeface="Segoe UI" panose="020B0502040204020203" pitchFamily="34" charset="0"/>
                  <a:cs typeface="Segoe UI" panose="020B0502040204020203" pitchFamily="34" charset="0"/>
                </a:rPr>
                <a:t>RawInput</a:t>
              </a:r>
              <a:r>
                <a:rPr lang="en-US" altLang="zh-TW" sz="1800" b="0" dirty="0">
                  <a:latin typeface="+mn-ea"/>
                  <a:ea typeface="+mn-ea"/>
                  <a:cs typeface="Segoe UI" panose="020B0502040204020203" pitchFamily="34" charset="0"/>
                </a:rPr>
                <a:t> </a:t>
              </a:r>
              <a:r>
                <a:rPr lang="zh-TW" altLang="en-US" sz="1800" b="0" dirty="0">
                  <a:latin typeface="+mn-ea"/>
                  <a:ea typeface="+mn-ea"/>
                  <a:cs typeface="Segoe UI" panose="020B0502040204020203" pitchFamily="34" charset="0"/>
                </a:rPr>
                <a:t>路徑</a:t>
              </a:r>
            </a:p>
          </p:txBody>
        </p:sp>
        <p:sp>
          <p:nvSpPr>
            <p:cNvPr id="19" name="文字方塊 18"/>
            <p:cNvSpPr txBox="1"/>
            <p:nvPr/>
          </p:nvSpPr>
          <p:spPr>
            <a:xfrm>
              <a:off x="4132385" y="4923052"/>
              <a:ext cx="1896673" cy="369332"/>
            </a:xfrm>
            <a:prstGeom prst="rect">
              <a:avLst/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lang="en-US" altLang="zh-TW" sz="1800" b="0" dirty="0" err="1">
                  <a:latin typeface="Segoe UI" panose="020B0502040204020203" pitchFamily="34" charset="0"/>
                  <a:cs typeface="Segoe UI" panose="020B0502040204020203" pitchFamily="34" charset="0"/>
                </a:rPr>
                <a:t>RawInput</a:t>
              </a:r>
              <a:r>
                <a:rPr lang="en-US" altLang="zh-TW" sz="1800" b="0" dirty="0"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r>
                <a:rPr lang="zh-TW" altLang="en-US" sz="1800" b="0" dirty="0">
                  <a:latin typeface="Segoe UI" panose="020B0502040204020203" pitchFamily="34" charset="0"/>
                  <a:cs typeface="Segoe UI" panose="020B0502040204020203" pitchFamily="34" charset="0"/>
                </a:rPr>
                <a:t>監聽器</a:t>
              </a:r>
            </a:p>
          </p:txBody>
        </p:sp>
      </p:grpSp>
      <p:cxnSp>
        <p:nvCxnSpPr>
          <p:cNvPr id="23" name="直線單箭頭接點 22"/>
          <p:cNvCxnSpPr>
            <a:stCxn id="8" idx="3"/>
            <a:endCxn id="9" idx="1"/>
          </p:cNvCxnSpPr>
          <p:nvPr/>
        </p:nvCxnSpPr>
        <p:spPr bwMode="auto">
          <a:xfrm>
            <a:off x="1924268" y="2190809"/>
            <a:ext cx="603177" cy="1"/>
          </a:xfrm>
          <a:prstGeom prst="straightConnector1">
            <a:avLst/>
          </a:prstGeom>
          <a:solidFill>
            <a:schemeClr val="accent1"/>
          </a:solidFill>
          <a:ln w="317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直線單箭頭接點 23"/>
          <p:cNvCxnSpPr>
            <a:stCxn id="9" idx="3"/>
            <a:endCxn id="11" idx="1"/>
          </p:cNvCxnSpPr>
          <p:nvPr/>
        </p:nvCxnSpPr>
        <p:spPr bwMode="auto">
          <a:xfrm>
            <a:off x="3594245" y="2190810"/>
            <a:ext cx="603177" cy="0"/>
          </a:xfrm>
          <a:prstGeom prst="straightConnector1">
            <a:avLst/>
          </a:prstGeom>
          <a:solidFill>
            <a:schemeClr val="accent1"/>
          </a:solidFill>
          <a:ln w="317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" name="直線單箭頭接點 28"/>
          <p:cNvCxnSpPr>
            <a:stCxn id="11" idx="3"/>
            <a:endCxn id="15" idx="1"/>
          </p:cNvCxnSpPr>
          <p:nvPr/>
        </p:nvCxnSpPr>
        <p:spPr bwMode="auto">
          <a:xfrm>
            <a:off x="7016822" y="2190810"/>
            <a:ext cx="603178" cy="0"/>
          </a:xfrm>
          <a:prstGeom prst="straightConnector1">
            <a:avLst/>
          </a:prstGeom>
          <a:solidFill>
            <a:schemeClr val="accent1"/>
          </a:solidFill>
          <a:ln w="317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4" name="肘形接點 33"/>
          <p:cNvCxnSpPr>
            <a:stCxn id="9" idx="2"/>
            <a:endCxn id="18" idx="1"/>
          </p:cNvCxnSpPr>
          <p:nvPr/>
        </p:nvCxnSpPr>
        <p:spPr bwMode="auto">
          <a:xfrm rot="16200000" flipH="1">
            <a:off x="2593066" y="3472960"/>
            <a:ext cx="3043223" cy="2107665"/>
          </a:xfrm>
          <a:prstGeom prst="bentConnector2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" name="肘形接點 36"/>
          <p:cNvCxnSpPr>
            <a:stCxn id="18" idx="3"/>
            <a:endCxn id="15" idx="2"/>
          </p:cNvCxnSpPr>
          <p:nvPr/>
        </p:nvCxnSpPr>
        <p:spPr bwMode="auto">
          <a:xfrm flipV="1">
            <a:off x="7315200" y="3005182"/>
            <a:ext cx="838200" cy="3043223"/>
          </a:xfrm>
          <a:prstGeom prst="bentConnector2">
            <a:avLst/>
          </a:prstGeom>
          <a:solidFill>
            <a:schemeClr val="accent1"/>
          </a:solidFill>
          <a:ln w="317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1" name="文字方塊 40"/>
          <p:cNvSpPr txBox="1"/>
          <p:nvPr/>
        </p:nvSpPr>
        <p:spPr>
          <a:xfrm>
            <a:off x="3200829" y="5410200"/>
            <a:ext cx="1675972" cy="6463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 anchor="ctr" anchorCtr="0">
            <a:spAutoFit/>
          </a:bodyPr>
          <a:lstStyle/>
          <a:p>
            <a:pPr algn="ctr"/>
            <a:r>
              <a:rPr lang="en-US" altLang="zh-TW" sz="1800" b="0" dirty="0">
                <a:latin typeface="Segoe UI" panose="020B0502040204020203" pitchFamily="34" charset="0"/>
                <a:cs typeface="Segoe UI" panose="020B0502040204020203" pitchFamily="34" charset="0"/>
              </a:rPr>
              <a:t>Raw Message</a:t>
            </a:r>
          </a:p>
          <a:p>
            <a:pPr algn="ctr"/>
            <a:r>
              <a:rPr lang="zh-TW" altLang="en-US" sz="1800" b="0" dirty="0">
                <a:latin typeface="Segoe UI" panose="020B0502040204020203" pitchFamily="34" charset="0"/>
                <a:cs typeface="Segoe UI" panose="020B0502040204020203" pitchFamily="34" charset="0"/>
              </a:rPr>
              <a:t>原始 </a:t>
            </a:r>
            <a:r>
              <a:rPr lang="en-US" altLang="zh-TW" sz="1800" b="0" dirty="0">
                <a:latin typeface="Segoe UI" panose="020B0502040204020203" pitchFamily="34" charset="0"/>
                <a:cs typeface="Segoe UI" panose="020B0502040204020203" pitchFamily="34" charset="0"/>
              </a:rPr>
              <a:t>Byte </a:t>
            </a:r>
            <a:r>
              <a:rPr lang="zh-TW" altLang="en-US" sz="1800" b="0" dirty="0">
                <a:latin typeface="Segoe UI" panose="020B0502040204020203" pitchFamily="34" charset="0"/>
                <a:cs typeface="Segoe UI" panose="020B0502040204020203" pitchFamily="34" charset="0"/>
              </a:rPr>
              <a:t>串流</a:t>
            </a:r>
          </a:p>
        </p:txBody>
      </p:sp>
      <p:sp>
        <p:nvSpPr>
          <p:cNvPr id="42" name="橢圓 41"/>
          <p:cNvSpPr/>
          <p:nvPr/>
        </p:nvSpPr>
        <p:spPr bwMode="auto">
          <a:xfrm>
            <a:off x="5497585" y="4219574"/>
            <a:ext cx="207451" cy="207451"/>
          </a:xfrm>
          <a:prstGeom prst="ellipse">
            <a:avLst/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charset="-120"/>
              <a:cs typeface="Arial" charset="0"/>
            </a:endParaRPr>
          </a:p>
        </p:txBody>
      </p:sp>
      <p:sp>
        <p:nvSpPr>
          <p:cNvPr id="43" name="矩形 42"/>
          <p:cNvSpPr/>
          <p:nvPr/>
        </p:nvSpPr>
        <p:spPr bwMode="auto">
          <a:xfrm>
            <a:off x="5257800" y="4538662"/>
            <a:ext cx="690562" cy="461963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charset="-12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95732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E914DD-785C-1FEB-25DB-C642D10F0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733A4835-4400-8161-9F80-8884D0C4CE87}"/>
              </a:ext>
            </a:extLst>
          </p:cNvPr>
          <p:cNvSpPr txBox="1"/>
          <p:nvPr/>
        </p:nvSpPr>
        <p:spPr>
          <a:xfrm>
            <a:off x="403354" y="380999"/>
            <a:ext cx="19062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※ </a:t>
            </a:r>
            <a:r>
              <a:rPr lang="en-US" altLang="zh-TW" sz="2400" dirty="0" err="1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RawInput</a:t>
            </a:r>
            <a:endParaRPr lang="en-US" altLang="zh-TW" sz="240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112FCCF9-1205-AA37-E282-E387FA7BBBCA}"/>
              </a:ext>
            </a:extLst>
          </p:cNvPr>
          <p:cNvSpPr txBox="1">
            <a:spLocks/>
          </p:cNvSpPr>
          <p:nvPr/>
        </p:nvSpPr>
        <p:spPr>
          <a:xfrm>
            <a:off x="609600" y="914400"/>
            <a:ext cx="8305800" cy="14478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kumimoji="1" sz="2800">
                <a:solidFill>
                  <a:schemeClr val="tx1"/>
                </a:solidFill>
                <a:latin typeface="+mn-lt"/>
                <a:ea typeface="新細明體" charset="-12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新細明體" charset="-12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9pPr>
          </a:lstStyle>
          <a:p>
            <a:pPr>
              <a:lnSpc>
                <a:spcPts val="30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TW" sz="2000" b="0" kern="0" dirty="0" err="1">
                <a:latin typeface="Segoe UI" panose="020B0502040204020203" pitchFamily="34" charset="0"/>
                <a:cs typeface="Segoe UI" panose="020B0502040204020203" pitchFamily="34" charset="0"/>
              </a:rPr>
              <a:t>RawInput</a:t>
            </a:r>
            <a:r>
              <a:rPr lang="en-US" altLang="zh-TW" sz="2000" b="0" kern="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zh-TW" altLang="en-US" sz="2000" b="0" kern="0" dirty="0">
                <a:latin typeface="Segoe UI" panose="020B0502040204020203" pitchFamily="34" charset="0"/>
                <a:cs typeface="Segoe UI" panose="020B0502040204020203" pitchFamily="34" charset="0"/>
              </a:rPr>
              <a:t>是 </a:t>
            </a:r>
            <a:r>
              <a:rPr lang="en-US" altLang="zh-TW" sz="2000" b="0" kern="0" dirty="0">
                <a:latin typeface="Segoe UI" panose="020B0502040204020203" pitchFamily="34" charset="0"/>
                <a:cs typeface="Segoe UI" panose="020B0502040204020203" pitchFamily="34" charset="0"/>
              </a:rPr>
              <a:t>Windows </a:t>
            </a:r>
            <a:r>
              <a:rPr lang="zh-TW" altLang="en-US" sz="2000" b="0" kern="0" dirty="0">
                <a:latin typeface="Segoe UI" panose="020B0502040204020203" pitchFamily="34" charset="0"/>
                <a:cs typeface="Segoe UI" panose="020B0502040204020203" pitchFamily="34" charset="0"/>
              </a:rPr>
              <a:t>內建的一組 </a:t>
            </a:r>
            <a:r>
              <a:rPr lang="en-US" altLang="zh-TW" sz="2000" b="0" kern="0" dirty="0">
                <a:latin typeface="Segoe UI" panose="020B0502040204020203" pitchFamily="34" charset="0"/>
                <a:cs typeface="Segoe UI" panose="020B0502040204020203" pitchFamily="34" charset="0"/>
              </a:rPr>
              <a:t>API</a:t>
            </a:r>
            <a:r>
              <a:rPr lang="zh-TW" altLang="en-US" sz="2000" b="0" kern="0" dirty="0">
                <a:latin typeface="Segoe UI" panose="020B0502040204020203" pitchFamily="34" charset="0"/>
                <a:cs typeface="Segoe UI" panose="020B0502040204020203" pitchFamily="34" charset="0"/>
              </a:rPr>
              <a:t>，用於取得 </a:t>
            </a:r>
            <a:r>
              <a:rPr lang="en-US" altLang="zh-TW" sz="2000" b="0" kern="0" dirty="0">
                <a:latin typeface="Segoe UI" panose="020B0502040204020203" pitchFamily="34" charset="0"/>
                <a:cs typeface="Segoe UI" panose="020B0502040204020203" pitchFamily="34" charset="0"/>
              </a:rPr>
              <a:t>HID </a:t>
            </a:r>
            <a:r>
              <a:rPr lang="zh-TW" altLang="en-US" sz="2000" b="0" kern="0" dirty="0">
                <a:latin typeface="Segoe UI" panose="020B0502040204020203" pitchFamily="34" charset="0"/>
                <a:cs typeface="Segoe UI" panose="020B0502040204020203" pitchFamily="34" charset="0"/>
              </a:rPr>
              <a:t>裝置的 </a:t>
            </a:r>
            <a:r>
              <a:rPr lang="en-US" altLang="zh-TW" sz="2000" b="0" kern="0" dirty="0">
                <a:latin typeface="Segoe UI" panose="020B0502040204020203" pitchFamily="34" charset="0"/>
                <a:cs typeface="Segoe UI" panose="020B0502040204020203" pitchFamily="34" charset="0"/>
              </a:rPr>
              <a:t>Raw Message</a:t>
            </a:r>
            <a:r>
              <a:rPr lang="zh-TW" altLang="en-US" sz="2000" b="0" kern="0" dirty="0">
                <a:latin typeface="Segoe UI" panose="020B0502040204020203" pitchFamily="34" charset="0"/>
                <a:cs typeface="Segoe UI" panose="020B0502040204020203" pitchFamily="34" charset="0"/>
              </a:rPr>
              <a:t>，相關函數位於 </a:t>
            </a:r>
            <a:r>
              <a:rPr lang="en-US" altLang="zh-TW" sz="2000" b="0" kern="0" dirty="0">
                <a:latin typeface="Segoe UI" panose="020B0502040204020203" pitchFamily="34" charset="0"/>
                <a:cs typeface="Segoe UI" panose="020B0502040204020203" pitchFamily="34" charset="0"/>
              </a:rPr>
              <a:t>user32.dll </a:t>
            </a:r>
            <a:r>
              <a:rPr lang="zh-TW" altLang="en-US" sz="2000" b="0" kern="0" dirty="0">
                <a:latin typeface="Segoe UI" panose="020B0502040204020203" pitchFamily="34" charset="0"/>
                <a:cs typeface="Segoe UI" panose="020B0502040204020203" pitchFamily="34" charset="0"/>
              </a:rPr>
              <a:t>內。</a:t>
            </a:r>
            <a:endParaRPr lang="en-US" altLang="zh-TW" sz="2000" b="0" kern="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ts val="3000"/>
              </a:lnSpc>
              <a:buClrTx/>
              <a:buFont typeface="Wingdings" panose="05000000000000000000" pitchFamily="2" charset="2"/>
              <a:buChar char="Ø"/>
            </a:pPr>
            <a:r>
              <a:rPr lang="zh-TW" altLang="en-US" sz="2000" b="0" kern="0" dirty="0">
                <a:latin typeface="Segoe UI" panose="020B0502040204020203" pitchFamily="34" charset="0"/>
                <a:cs typeface="Segoe UI" panose="020B0502040204020203" pitchFamily="34" charset="0"/>
              </a:rPr>
              <a:t>攔截 </a:t>
            </a:r>
            <a:r>
              <a:rPr lang="en-US" altLang="zh-TW" sz="2000" b="0" kern="0" dirty="0">
                <a:latin typeface="Segoe UI" panose="020B0502040204020203" pitchFamily="34" charset="0"/>
                <a:cs typeface="Segoe UI" panose="020B0502040204020203" pitchFamily="34" charset="0"/>
              </a:rPr>
              <a:t>Windows Message </a:t>
            </a:r>
            <a:r>
              <a:rPr lang="zh-TW" altLang="en-US" sz="2000" b="0" kern="0" dirty="0">
                <a:latin typeface="Segoe UI" panose="020B0502040204020203" pitchFamily="34" charset="0"/>
                <a:cs typeface="Segoe UI" panose="020B0502040204020203" pitchFamily="34" charset="0"/>
              </a:rPr>
              <a:t>為 </a:t>
            </a:r>
            <a:r>
              <a:rPr lang="en-US" altLang="zh-TW" sz="2000" b="0" kern="0" dirty="0">
                <a:latin typeface="Segoe UI" panose="020B0502040204020203" pitchFamily="34" charset="0"/>
                <a:cs typeface="Segoe UI" panose="020B0502040204020203" pitchFamily="34" charset="0"/>
              </a:rPr>
              <a:t>WM_INPUT (0x00FF)</a:t>
            </a:r>
            <a:r>
              <a:rPr lang="zh-TW" altLang="en-US" sz="2000" b="0" kern="0" dirty="0">
                <a:latin typeface="Segoe UI" panose="020B0502040204020203" pitchFamily="34" charset="0"/>
                <a:cs typeface="Segoe UI" panose="020B0502040204020203" pitchFamily="34" charset="0"/>
              </a:rPr>
              <a:t>。</a:t>
            </a:r>
            <a:endParaRPr lang="zh-TW" altLang="zh-TW" sz="2000" b="0" dirty="0">
              <a:latin typeface="+mn-ea"/>
              <a:ea typeface="+mn-ea"/>
              <a:cs typeface="Calibri" panose="020F0502020204030204" pitchFamily="34" charset="0"/>
            </a:endParaRPr>
          </a:p>
        </p:txBody>
      </p:sp>
      <p:sp>
        <p:nvSpPr>
          <p:cNvPr id="2" name="文字方塊 1"/>
          <p:cNvSpPr txBox="1"/>
          <p:nvPr/>
        </p:nvSpPr>
        <p:spPr>
          <a:xfrm>
            <a:off x="7315200" y="6540361"/>
            <a:ext cx="16017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TW" sz="900" b="0" dirty="0">
                <a:hlinkClick r:id="rId2"/>
              </a:rPr>
              <a:t>Microsoft Learn - Raw Input</a:t>
            </a:r>
            <a:endParaRPr lang="zh-TW" altLang="en-US" sz="900" b="0" dirty="0"/>
          </a:p>
        </p:txBody>
      </p:sp>
      <p:graphicFrame>
        <p:nvGraphicFramePr>
          <p:cNvPr id="4" name="資料庫圖表 3"/>
          <p:cNvGraphicFramePr/>
          <p:nvPr>
            <p:extLst>
              <p:ext uri="{D42A27DB-BD31-4B8C-83A1-F6EECF244321}">
                <p14:modId xmlns:p14="http://schemas.microsoft.com/office/powerpoint/2010/main" val="285702012"/>
              </p:ext>
            </p:extLst>
          </p:nvPr>
        </p:nvGraphicFramePr>
        <p:xfrm>
          <a:off x="945776" y="2362200"/>
          <a:ext cx="7436224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4249848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E914DD-785C-1FEB-25DB-C642D10F0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733A4835-4400-8161-9F80-8884D0C4CE87}"/>
              </a:ext>
            </a:extLst>
          </p:cNvPr>
          <p:cNvSpPr txBox="1"/>
          <p:nvPr/>
        </p:nvSpPr>
        <p:spPr>
          <a:xfrm>
            <a:off x="403354" y="380999"/>
            <a:ext cx="32143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※ </a:t>
            </a:r>
            <a:r>
              <a:rPr lang="en-US" altLang="zh-TW" sz="2400" dirty="0" err="1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RawInput</a:t>
            </a:r>
            <a:r>
              <a:rPr lang="en-US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 </a:t>
            </a:r>
            <a:r>
              <a:rPr lang="zh-TW" altLang="en-US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程式步驟</a:t>
            </a:r>
            <a:endParaRPr lang="en-US" altLang="zh-TW" sz="240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112FCCF9-1205-AA37-E282-E387FA7BBBCA}"/>
              </a:ext>
            </a:extLst>
          </p:cNvPr>
          <p:cNvSpPr txBox="1">
            <a:spLocks/>
          </p:cNvSpPr>
          <p:nvPr/>
        </p:nvSpPr>
        <p:spPr>
          <a:xfrm>
            <a:off x="304800" y="990600"/>
            <a:ext cx="3516246" cy="54102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kumimoji="1" sz="2800">
                <a:solidFill>
                  <a:schemeClr val="tx1"/>
                </a:solidFill>
                <a:latin typeface="+mn-lt"/>
                <a:ea typeface="新細明體" charset="-12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新細明體" charset="-12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9pPr>
          </a:lstStyle>
          <a:p>
            <a:pPr marL="252000" indent="-252000">
              <a:lnSpc>
                <a:spcPts val="3000"/>
              </a:lnSpc>
              <a:buClrTx/>
              <a:buNone/>
            </a:pPr>
            <a:r>
              <a:rPr lang="en-US" altLang="zh-TW" sz="2000" b="0" kern="0" dirty="0">
                <a:latin typeface="Segoe UI" panose="020B0502040204020203" pitchFamily="34" charset="0"/>
                <a:cs typeface="Segoe UI" panose="020B0502040204020203" pitchFamily="34" charset="0"/>
              </a:rPr>
              <a:t>1. </a:t>
            </a:r>
            <a:r>
              <a:rPr lang="zh-TW" altLang="en-US" sz="2000" b="0" kern="0" dirty="0">
                <a:latin typeface="Segoe UI" panose="020B0502040204020203" pitchFamily="34" charset="0"/>
                <a:cs typeface="Segoe UI" panose="020B0502040204020203" pitchFamily="34" charset="0"/>
              </a:rPr>
              <a:t>取得電腦中所有的 </a:t>
            </a:r>
            <a:r>
              <a:rPr lang="en-US" altLang="zh-TW" sz="2000" b="0" kern="0" dirty="0">
                <a:latin typeface="Segoe UI" panose="020B0502040204020203" pitchFamily="34" charset="0"/>
                <a:cs typeface="Segoe UI" panose="020B0502040204020203" pitchFamily="34" charset="0"/>
              </a:rPr>
              <a:t>HID </a:t>
            </a:r>
            <a:r>
              <a:rPr lang="zh-TW" altLang="en-US" sz="2000" b="0" kern="0" dirty="0">
                <a:latin typeface="Segoe UI" panose="020B0502040204020203" pitchFamily="34" charset="0"/>
                <a:cs typeface="Segoe UI" panose="020B0502040204020203" pitchFamily="34" charset="0"/>
              </a:rPr>
              <a:t>裝置，並由 每一個裝置的</a:t>
            </a:r>
            <a:r>
              <a:rPr lang="en-US" altLang="zh-TW" sz="2000" b="0" kern="0" dirty="0">
                <a:latin typeface="Segoe UI" panose="020B0502040204020203" pitchFamily="34" charset="0"/>
                <a:cs typeface="Segoe UI" panose="020B0502040204020203" pitchFamily="34" charset="0"/>
              </a:rPr>
              <a:t>Report </a:t>
            </a:r>
            <a:r>
              <a:rPr lang="zh-TW" altLang="en-US" sz="2000" b="0" kern="0" dirty="0">
                <a:latin typeface="Segoe UI" panose="020B0502040204020203" pitchFamily="34" charset="0"/>
                <a:cs typeface="Segoe UI" panose="020B0502040204020203" pitchFamily="34" charset="0"/>
              </a:rPr>
              <a:t>資訊產生裝置唯一 </a:t>
            </a:r>
            <a:r>
              <a:rPr lang="en-US" altLang="zh-TW" sz="2000" b="0" kern="0" dirty="0">
                <a:latin typeface="Segoe UI" panose="020B0502040204020203" pitchFamily="34" charset="0"/>
                <a:cs typeface="Segoe UI" panose="020B0502040204020203" pitchFamily="34" charset="0"/>
              </a:rPr>
              <a:t>ID</a:t>
            </a:r>
            <a:r>
              <a:rPr lang="zh-TW" altLang="en-US" sz="2000" b="0" kern="0" dirty="0">
                <a:latin typeface="Segoe UI" panose="020B0502040204020203" pitchFamily="34" charset="0"/>
                <a:cs typeface="Segoe UI" panose="020B0502040204020203" pitchFamily="34" charset="0"/>
              </a:rPr>
              <a:t>。</a:t>
            </a:r>
            <a:endParaRPr lang="en-US" altLang="zh-TW" sz="2000" b="0" kern="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52000" indent="-252000">
              <a:lnSpc>
                <a:spcPts val="3000"/>
              </a:lnSpc>
              <a:buClrTx/>
              <a:buNone/>
            </a:pPr>
            <a:r>
              <a:rPr lang="en-US" altLang="zh-TW" sz="2000" b="0" kern="0" dirty="0">
                <a:latin typeface="Segoe UI" panose="020B0502040204020203" pitchFamily="34" charset="0"/>
                <a:cs typeface="Segoe UI" panose="020B0502040204020203" pitchFamily="34" charset="0"/>
              </a:rPr>
              <a:t>2. </a:t>
            </a:r>
            <a:r>
              <a:rPr lang="zh-TW" altLang="en-US" sz="2000" b="0" kern="0" dirty="0">
                <a:latin typeface="Segoe UI" panose="020B0502040204020203" pitchFamily="34" charset="0"/>
                <a:cs typeface="Segoe UI" panose="020B0502040204020203" pitchFamily="34" charset="0"/>
              </a:rPr>
              <a:t>註冊要攔截的</a:t>
            </a:r>
            <a:r>
              <a:rPr lang="en-US" altLang="zh-TW" sz="2000" b="0" kern="0" dirty="0">
                <a:latin typeface="Segoe UI" panose="020B0502040204020203" pitchFamily="34" charset="0"/>
                <a:cs typeface="Segoe UI" panose="020B0502040204020203" pitchFamily="34" charset="0"/>
              </a:rPr>
              <a:t> HID </a:t>
            </a:r>
            <a:r>
              <a:rPr lang="zh-TW" altLang="en-US" sz="2000" b="0" kern="0" dirty="0">
                <a:latin typeface="Segoe UI" panose="020B0502040204020203" pitchFamily="34" charset="0"/>
                <a:cs typeface="Segoe UI" panose="020B0502040204020203" pitchFamily="34" charset="0"/>
              </a:rPr>
              <a:t>裝置分類。</a:t>
            </a:r>
            <a:endParaRPr lang="en-US" altLang="zh-TW" sz="2000" b="0" kern="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 indent="-342900">
              <a:lnSpc>
                <a:spcPts val="3000"/>
              </a:lnSpc>
              <a:buClrTx/>
              <a:buFont typeface="Wingdings" panose="05000000000000000000" pitchFamily="2" charset="2"/>
              <a:buChar char="l"/>
            </a:pPr>
            <a:r>
              <a:rPr lang="en-US" altLang="zh-TW" sz="2000" b="0" kern="0" dirty="0" err="1">
                <a:latin typeface="Segoe UI" panose="020B0502040204020203" pitchFamily="34" charset="0"/>
                <a:cs typeface="Segoe UI" panose="020B0502040204020203" pitchFamily="34" charset="0"/>
              </a:rPr>
              <a:t>UsageAndPage</a:t>
            </a:r>
            <a:endParaRPr lang="en-US" altLang="zh-TW" sz="2000" b="0" kern="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 indent="-342900">
              <a:lnSpc>
                <a:spcPts val="3000"/>
              </a:lnSpc>
              <a:buClrTx/>
              <a:buFont typeface="Wingdings" panose="05000000000000000000" pitchFamily="2" charset="2"/>
              <a:buChar char="l"/>
            </a:pPr>
            <a:r>
              <a:rPr lang="en-US" altLang="zh-TW" sz="2000" b="0" kern="0" dirty="0">
                <a:latin typeface="Segoe UI" panose="020B0502040204020203" pitchFamily="34" charset="0"/>
                <a:cs typeface="Segoe UI" panose="020B0502040204020203" pitchFamily="34" charset="0"/>
              </a:rPr>
              <a:t>Flag</a:t>
            </a:r>
            <a:r>
              <a:rPr lang="zh-TW" altLang="en-US" sz="2000" b="0" kern="0" dirty="0">
                <a:latin typeface="Segoe UI" panose="020B0502040204020203" pitchFamily="34" charset="0"/>
                <a:cs typeface="Segoe UI" panose="020B0502040204020203" pitchFamily="34" charset="0"/>
              </a:rPr>
              <a:t>：</a:t>
            </a:r>
            <a:br>
              <a:rPr lang="en-US" altLang="zh-TW" sz="2000" b="0" kern="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altLang="zh-TW" sz="2000" b="0" i="1" kern="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RIDEV_INPUTSINK</a:t>
            </a:r>
          </a:p>
          <a:p>
            <a:pPr lvl="1" indent="-342900">
              <a:lnSpc>
                <a:spcPts val="3000"/>
              </a:lnSpc>
              <a:buClrTx/>
              <a:buFont typeface="Wingdings" panose="05000000000000000000" pitchFamily="2" charset="2"/>
              <a:buChar char="l"/>
            </a:pPr>
            <a:r>
              <a:rPr lang="zh-TW" altLang="en-US" sz="2000" b="0" kern="0" dirty="0">
                <a:latin typeface="+mn-ea"/>
                <a:ea typeface="+mn-ea"/>
                <a:cs typeface="Segoe UI" panose="020B0502040204020203" pitchFamily="34" charset="0"/>
              </a:rPr>
              <a:t>負責攔截訊息的</a:t>
            </a:r>
            <a:r>
              <a:rPr lang="zh-TW" altLang="en-US" sz="2000" b="0" kern="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altLang="zh-TW" sz="2000" b="0" kern="0" dirty="0">
                <a:latin typeface="Segoe UI" panose="020B0502040204020203" pitchFamily="34" charset="0"/>
                <a:cs typeface="Segoe UI" panose="020B0502040204020203" pitchFamily="34" charset="0"/>
              </a:rPr>
              <a:t>Form</a:t>
            </a:r>
            <a:br>
              <a:rPr lang="en-US" altLang="zh-TW" sz="2000" b="0" kern="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altLang="zh-TW" sz="2000" b="0" kern="0" dirty="0">
                <a:latin typeface="Segoe UI" panose="020B0502040204020203" pitchFamily="34" charset="0"/>
                <a:cs typeface="Segoe UI" panose="020B0502040204020203" pitchFamily="34" charset="0"/>
              </a:rPr>
              <a:t>(</a:t>
            </a:r>
            <a:r>
              <a:rPr lang="en-US" altLang="zh-TW" sz="2000" b="0" kern="0" dirty="0" err="1">
                <a:latin typeface="Segoe UI" panose="020B0502040204020203" pitchFamily="34" charset="0"/>
                <a:cs typeface="Segoe UI" panose="020B0502040204020203" pitchFamily="34" charset="0"/>
              </a:rPr>
              <a:t>MainForm</a:t>
            </a:r>
            <a:r>
              <a:rPr lang="en-US" altLang="zh-TW" sz="2000" b="0" kern="0" dirty="0"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</a:p>
        </p:txBody>
      </p:sp>
      <p:sp>
        <p:nvSpPr>
          <p:cNvPr id="2" name="文字方塊 1"/>
          <p:cNvSpPr txBox="1"/>
          <p:nvPr/>
        </p:nvSpPr>
        <p:spPr>
          <a:xfrm>
            <a:off x="7313679" y="6540361"/>
            <a:ext cx="16017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TW" sz="900" b="0" dirty="0">
                <a:hlinkClick r:id="rId2"/>
              </a:rPr>
              <a:t>Microsoft Learn - Raw Input</a:t>
            </a:r>
            <a:endParaRPr lang="zh-TW" altLang="en-US" sz="900" b="0" dirty="0"/>
          </a:p>
        </p:txBody>
      </p:sp>
      <p:pic>
        <p:nvPicPr>
          <p:cNvPr id="6146" name="Picture 2" descr="D:\專案\PHC 測高計數據收集\UsageAndPage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3048000"/>
            <a:ext cx="4943475" cy="27813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7" name="Picture 3" descr="D:\專案\PHC 測高計數據收集\20260921\Snipaste_2026-09-21_09-52-57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399" y="1143000"/>
            <a:ext cx="4943475" cy="15606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97480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E914DD-785C-1FEB-25DB-C642D10F0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733A4835-4400-8161-9F80-8884D0C4CE87}"/>
              </a:ext>
            </a:extLst>
          </p:cNvPr>
          <p:cNvSpPr txBox="1"/>
          <p:nvPr/>
        </p:nvSpPr>
        <p:spPr>
          <a:xfrm>
            <a:off x="403354" y="380999"/>
            <a:ext cx="32143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※ </a:t>
            </a:r>
            <a:r>
              <a:rPr lang="en-US" altLang="zh-TW" sz="2400" dirty="0" err="1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RawInput</a:t>
            </a:r>
            <a:r>
              <a:rPr lang="en-US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 </a:t>
            </a:r>
            <a:r>
              <a:rPr lang="zh-TW" altLang="en-US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程式步驟</a:t>
            </a:r>
            <a:endParaRPr lang="en-US" altLang="zh-TW" sz="240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112FCCF9-1205-AA37-E282-E387FA7BBBCA}"/>
              </a:ext>
            </a:extLst>
          </p:cNvPr>
          <p:cNvSpPr txBox="1">
            <a:spLocks/>
          </p:cNvSpPr>
          <p:nvPr/>
        </p:nvSpPr>
        <p:spPr>
          <a:xfrm>
            <a:off x="609600" y="990600"/>
            <a:ext cx="7620000" cy="16002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kumimoji="1" sz="2800">
                <a:solidFill>
                  <a:schemeClr val="tx1"/>
                </a:solidFill>
                <a:latin typeface="+mn-lt"/>
                <a:ea typeface="新細明體" charset="-12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新細明體" charset="-12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9pPr>
          </a:lstStyle>
          <a:p>
            <a:pPr marL="252000" indent="-252000">
              <a:lnSpc>
                <a:spcPct val="150000"/>
              </a:lnSpc>
              <a:buClrTx/>
              <a:buNone/>
            </a:pPr>
            <a:r>
              <a:rPr lang="en-US" altLang="zh-TW" sz="2000" b="0" kern="0" dirty="0">
                <a:latin typeface="Segoe UI" panose="020B0502040204020203" pitchFamily="34" charset="0"/>
                <a:cs typeface="Segoe UI" panose="020B0502040204020203" pitchFamily="34" charset="0"/>
              </a:rPr>
              <a:t>3. </a:t>
            </a:r>
            <a:r>
              <a:rPr lang="zh-TW" altLang="en-US" sz="2000" b="0" kern="0" dirty="0">
                <a:latin typeface="Segoe UI" panose="020B0502040204020203" pitchFamily="34" charset="0"/>
                <a:cs typeface="Segoe UI" panose="020B0502040204020203" pitchFamily="34" charset="0"/>
              </a:rPr>
              <a:t>覆寫 </a:t>
            </a:r>
            <a:r>
              <a:rPr lang="en-US" altLang="zh-TW" sz="2000" b="0" kern="0" dirty="0" err="1">
                <a:latin typeface="Segoe UI" panose="020B0502040204020203" pitchFamily="34" charset="0"/>
                <a:cs typeface="Segoe UI" panose="020B0502040204020203" pitchFamily="34" charset="0"/>
              </a:rPr>
              <a:t>WndProc</a:t>
            </a:r>
            <a:r>
              <a:rPr lang="en-US" altLang="zh-TW" sz="2000" b="0" kern="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zh-TW" altLang="en-US" sz="2000" b="0" kern="0" dirty="0">
                <a:latin typeface="Segoe UI" panose="020B0502040204020203" pitchFamily="34" charset="0"/>
                <a:cs typeface="Segoe UI" panose="020B0502040204020203" pitchFamily="34" charset="0"/>
              </a:rPr>
              <a:t>方法，攔截訊息 </a:t>
            </a:r>
            <a:r>
              <a:rPr lang="en-US" altLang="zh-TW" sz="2000" b="0" kern="0" dirty="0">
                <a:latin typeface="Segoe UI" panose="020B0502040204020203" pitchFamily="34" charset="0"/>
                <a:cs typeface="Segoe UI" panose="020B0502040204020203" pitchFamily="34" charset="0"/>
              </a:rPr>
              <a:t>WM_INPUT (0x00FF)</a:t>
            </a:r>
            <a:r>
              <a:rPr lang="zh-TW" altLang="en-US" sz="2000" b="0" kern="0" dirty="0">
                <a:latin typeface="Segoe UI" panose="020B0502040204020203" pitchFamily="34" charset="0"/>
                <a:cs typeface="Segoe UI" panose="020B0502040204020203" pitchFamily="34" charset="0"/>
              </a:rPr>
              <a:t>。</a:t>
            </a:r>
            <a:endParaRPr lang="en-US" altLang="zh-TW" sz="2000" b="0" kern="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52000" indent="-252000">
              <a:lnSpc>
                <a:spcPct val="150000"/>
              </a:lnSpc>
              <a:buClrTx/>
              <a:buNone/>
            </a:pPr>
            <a:r>
              <a:rPr lang="en-US" altLang="zh-TW" sz="2000" b="0" kern="0" dirty="0"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4. </a:t>
            </a:r>
            <a:r>
              <a:rPr lang="zh-TW" altLang="en-US" sz="2000" b="0" kern="0" dirty="0"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比對 </a:t>
            </a:r>
            <a:r>
              <a:rPr lang="en-US" altLang="zh-TW" sz="2000" b="0" kern="0" dirty="0"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ID</a:t>
            </a:r>
            <a:r>
              <a:rPr lang="zh-TW" altLang="en-US" sz="2000" b="0" kern="0" dirty="0"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，依不同裝置處理資料。</a:t>
            </a:r>
            <a:endParaRPr lang="zh-TW" altLang="zh-TW" sz="2000" b="0" dirty="0">
              <a:latin typeface="+mn-ea"/>
              <a:ea typeface="+mn-ea"/>
              <a:cs typeface="Calibri" panose="020F0502020204030204" pitchFamily="34" charset="0"/>
            </a:endParaRPr>
          </a:p>
        </p:txBody>
      </p:sp>
      <p:sp>
        <p:nvSpPr>
          <p:cNvPr id="2" name="文字方塊 1"/>
          <p:cNvSpPr txBox="1"/>
          <p:nvPr/>
        </p:nvSpPr>
        <p:spPr>
          <a:xfrm>
            <a:off x="7313679" y="6540361"/>
            <a:ext cx="16017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TW" sz="900" b="0" dirty="0">
                <a:hlinkClick r:id="rId2"/>
              </a:rPr>
              <a:t>Microsoft Learn - Raw Input</a:t>
            </a:r>
            <a:endParaRPr lang="zh-TW" altLang="en-US" sz="900" b="0" dirty="0"/>
          </a:p>
        </p:txBody>
      </p:sp>
      <p:sp>
        <p:nvSpPr>
          <p:cNvPr id="4" name="文字方塊 3"/>
          <p:cNvSpPr txBox="1"/>
          <p:nvPr/>
        </p:nvSpPr>
        <p:spPr>
          <a:xfrm>
            <a:off x="990600" y="2286000"/>
            <a:ext cx="4517583" cy="3970318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6">
                <a:lumMod val="40000"/>
                <a:lumOff val="6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altLang="zh-TW" sz="1200" dirty="0">
                <a:latin typeface="Consolas" panose="020B0609020204030204" pitchFamily="49" charset="0"/>
              </a:rPr>
              <a:t>public partial class </a:t>
            </a:r>
            <a:r>
              <a:rPr lang="en-US" altLang="zh-TW" sz="1200" dirty="0" err="1">
                <a:latin typeface="Consolas" panose="020B0609020204030204" pitchFamily="49" charset="0"/>
              </a:rPr>
              <a:t>MainForm</a:t>
            </a:r>
            <a:r>
              <a:rPr lang="en-US" altLang="zh-TW" sz="1200" dirty="0">
                <a:latin typeface="Consolas" panose="020B0609020204030204" pitchFamily="49" charset="0"/>
              </a:rPr>
              <a:t> : Form</a:t>
            </a:r>
          </a:p>
          <a:p>
            <a:r>
              <a:rPr lang="en-US" altLang="zh-TW" sz="1200" dirty="0">
                <a:latin typeface="Consolas" panose="020B0609020204030204" pitchFamily="49" charset="0"/>
              </a:rPr>
              <a:t>{ </a:t>
            </a:r>
          </a:p>
          <a:p>
            <a:r>
              <a:rPr lang="en-US" altLang="zh-TW" sz="1200" dirty="0">
                <a:latin typeface="Consolas" panose="020B0609020204030204" pitchFamily="49" charset="0"/>
              </a:rPr>
              <a:t>    protected override void </a:t>
            </a:r>
            <a:r>
              <a:rPr lang="en-US" altLang="zh-TW" sz="1200" dirty="0" err="1">
                <a:latin typeface="Consolas" panose="020B0609020204030204" pitchFamily="49" charset="0"/>
              </a:rPr>
              <a:t>WndProc</a:t>
            </a:r>
            <a:r>
              <a:rPr lang="en-US" altLang="zh-TW" sz="1200" dirty="0">
                <a:latin typeface="Consolas" panose="020B0609020204030204" pitchFamily="49" charset="0"/>
              </a:rPr>
              <a:t>(ref Message m)</a:t>
            </a:r>
          </a:p>
          <a:p>
            <a:r>
              <a:rPr lang="en-US" altLang="zh-TW" sz="1200" dirty="0">
                <a:latin typeface="Consolas" panose="020B0609020204030204" pitchFamily="49" charset="0"/>
              </a:rPr>
              <a:t>    {</a:t>
            </a:r>
          </a:p>
          <a:p>
            <a:r>
              <a:rPr lang="en-US" altLang="zh-TW" sz="1200" dirty="0">
                <a:latin typeface="Consolas" panose="020B0609020204030204" pitchFamily="49" charset="0"/>
              </a:rPr>
              <a:t>        if (</a:t>
            </a:r>
            <a:r>
              <a:rPr lang="en-US" altLang="zh-TW" sz="1200" dirty="0" err="1">
                <a:latin typeface="Consolas" panose="020B0609020204030204" pitchFamily="49" charset="0"/>
              </a:rPr>
              <a:t>m.Msg</a:t>
            </a:r>
            <a:r>
              <a:rPr lang="en-US" altLang="zh-TW" sz="1200" dirty="0">
                <a:latin typeface="Consolas" panose="020B0609020204030204" pitchFamily="49" charset="0"/>
              </a:rPr>
              <a:t> == 0x00FF)</a:t>
            </a:r>
          </a:p>
          <a:p>
            <a:r>
              <a:rPr lang="en-US" altLang="zh-TW" sz="1200" dirty="0">
                <a:latin typeface="Consolas" panose="020B0609020204030204" pitchFamily="49" charset="0"/>
              </a:rPr>
              <a:t>        {</a:t>
            </a:r>
          </a:p>
          <a:p>
            <a:r>
              <a:rPr lang="en-US" altLang="zh-TW" sz="1200" dirty="0">
                <a:latin typeface="Consolas" panose="020B0609020204030204" pitchFamily="49" charset="0"/>
              </a:rPr>
              <a:t>            </a:t>
            </a:r>
            <a:r>
              <a:rPr lang="en-US" altLang="zh-TW" sz="1200" dirty="0" err="1">
                <a:latin typeface="Consolas" panose="020B0609020204030204" pitchFamily="49" charset="0"/>
              </a:rPr>
              <a:t>var</a:t>
            </a:r>
            <a:r>
              <a:rPr lang="en-US" altLang="zh-TW" sz="1200" dirty="0">
                <a:latin typeface="Consolas" panose="020B0609020204030204" pitchFamily="49" charset="0"/>
              </a:rPr>
              <a:t> data = </a:t>
            </a:r>
            <a:r>
              <a:rPr lang="en-US" altLang="zh-TW" sz="1200" dirty="0" err="1">
                <a:latin typeface="Consolas" panose="020B0609020204030204" pitchFamily="49" charset="0"/>
              </a:rPr>
              <a:t>GetDataFromHandle</a:t>
            </a:r>
            <a:r>
              <a:rPr lang="en-US" altLang="zh-TW" sz="1200" dirty="0">
                <a:latin typeface="Consolas" panose="020B0609020204030204" pitchFamily="49" charset="0"/>
              </a:rPr>
              <a:t>(</a:t>
            </a:r>
            <a:r>
              <a:rPr lang="en-US" altLang="zh-TW" sz="1200" dirty="0" err="1">
                <a:latin typeface="Consolas" panose="020B0609020204030204" pitchFamily="49" charset="0"/>
              </a:rPr>
              <a:t>m.LParam</a:t>
            </a:r>
            <a:r>
              <a:rPr lang="en-US" altLang="zh-TW" sz="1200" dirty="0">
                <a:latin typeface="Consolas" panose="020B0609020204030204" pitchFamily="49" charset="0"/>
              </a:rPr>
              <a:t>);</a:t>
            </a:r>
          </a:p>
          <a:p>
            <a:r>
              <a:rPr lang="en-US" altLang="zh-TW" sz="1200" dirty="0">
                <a:latin typeface="Consolas" panose="020B0609020204030204" pitchFamily="49" charset="0"/>
              </a:rPr>
              <a:t>            </a:t>
            </a:r>
            <a:r>
              <a:rPr lang="en-US" altLang="zh-TW" sz="1200" dirty="0" err="1">
                <a:latin typeface="Consolas" panose="020B0609020204030204" pitchFamily="49" charset="0"/>
              </a:rPr>
              <a:t>var</a:t>
            </a:r>
            <a:r>
              <a:rPr lang="en-US" altLang="zh-TW" sz="1200" dirty="0">
                <a:latin typeface="Consolas" panose="020B0609020204030204" pitchFamily="49" charset="0"/>
              </a:rPr>
              <a:t> id = </a:t>
            </a:r>
            <a:r>
              <a:rPr lang="en-US" altLang="zh-TW" sz="1200" dirty="0" err="1">
                <a:latin typeface="Consolas" panose="020B0609020204030204" pitchFamily="49" charset="0"/>
              </a:rPr>
              <a:t>GetDeviceId</a:t>
            </a:r>
            <a:r>
              <a:rPr lang="en-US" altLang="zh-TW" sz="1200" dirty="0">
                <a:latin typeface="Consolas" panose="020B0609020204030204" pitchFamily="49" charset="0"/>
              </a:rPr>
              <a:t>(data);</a:t>
            </a:r>
          </a:p>
          <a:p>
            <a:r>
              <a:rPr lang="en-US" altLang="zh-TW" sz="1200" dirty="0">
                <a:latin typeface="Consolas" panose="020B0609020204030204" pitchFamily="49" charset="0"/>
              </a:rPr>
              <a:t>            </a:t>
            </a:r>
          </a:p>
          <a:p>
            <a:r>
              <a:rPr lang="en-US" altLang="zh-TW" sz="1200" dirty="0">
                <a:latin typeface="Consolas" panose="020B0609020204030204" pitchFamily="49" charset="0"/>
              </a:rPr>
              <a:t>            if (id == </a:t>
            </a:r>
            <a:r>
              <a:rPr lang="zh-TW" altLang="en-US" sz="1200" dirty="0">
                <a:latin typeface="Consolas" panose="020B0609020204030204" pitchFamily="49" charset="0"/>
              </a:rPr>
              <a:t>高度計</a:t>
            </a:r>
            <a:r>
              <a:rPr lang="en-US" altLang="zh-TW" sz="1200" dirty="0">
                <a:latin typeface="Consolas" panose="020B0609020204030204" pitchFamily="49" charset="0"/>
              </a:rPr>
              <a:t>ID)</a:t>
            </a:r>
          </a:p>
          <a:p>
            <a:r>
              <a:rPr lang="en-US" altLang="zh-TW" sz="1200" dirty="0">
                <a:latin typeface="Consolas" panose="020B0609020204030204" pitchFamily="49" charset="0"/>
              </a:rPr>
              <a:t>            {</a:t>
            </a:r>
          </a:p>
          <a:p>
            <a:r>
              <a:rPr lang="en-US" altLang="zh-TW" sz="1200" dirty="0">
                <a:latin typeface="Consolas" panose="020B0609020204030204" pitchFamily="49" charset="0"/>
              </a:rPr>
              <a:t>                </a:t>
            </a:r>
            <a:r>
              <a:rPr lang="zh-TW" altLang="en-US" sz="1200" dirty="0">
                <a:latin typeface="Consolas" panose="020B0609020204030204" pitchFamily="49" charset="0"/>
              </a:rPr>
              <a:t>高度計處理函數</a:t>
            </a:r>
            <a:r>
              <a:rPr lang="en-US" altLang="zh-TW" sz="1200" dirty="0">
                <a:latin typeface="Consolas" panose="020B0609020204030204" pitchFamily="49" charset="0"/>
              </a:rPr>
              <a:t>(data);</a:t>
            </a:r>
          </a:p>
          <a:p>
            <a:r>
              <a:rPr lang="en-US" altLang="zh-TW" sz="1200" dirty="0">
                <a:latin typeface="Consolas" panose="020B0609020204030204" pitchFamily="49" charset="0"/>
              </a:rPr>
              <a:t>            }</a:t>
            </a:r>
          </a:p>
          <a:p>
            <a:r>
              <a:rPr lang="en-US" altLang="zh-TW" sz="1200" dirty="0">
                <a:latin typeface="Consolas" panose="020B0609020204030204" pitchFamily="49" charset="0"/>
              </a:rPr>
              <a:t>            else if (id == </a:t>
            </a:r>
            <a:r>
              <a:rPr lang="zh-TW" altLang="en-US" sz="1200" dirty="0">
                <a:latin typeface="Consolas" panose="020B0609020204030204" pitchFamily="49" charset="0"/>
              </a:rPr>
              <a:t>條碼機</a:t>
            </a:r>
            <a:r>
              <a:rPr lang="en-US" altLang="zh-TW" sz="1200" dirty="0">
                <a:latin typeface="Consolas" panose="020B0609020204030204" pitchFamily="49" charset="0"/>
              </a:rPr>
              <a:t>ID)</a:t>
            </a:r>
          </a:p>
          <a:p>
            <a:r>
              <a:rPr lang="en-US" altLang="zh-TW" sz="1200" dirty="0">
                <a:latin typeface="Consolas" panose="020B0609020204030204" pitchFamily="49" charset="0"/>
              </a:rPr>
              <a:t>            {</a:t>
            </a:r>
          </a:p>
          <a:p>
            <a:r>
              <a:rPr lang="en-US" altLang="zh-TW" sz="1200" dirty="0">
                <a:latin typeface="Consolas" panose="020B0609020204030204" pitchFamily="49" charset="0"/>
              </a:rPr>
              <a:t>                </a:t>
            </a:r>
            <a:r>
              <a:rPr lang="zh-TW" altLang="en-US" sz="1200" dirty="0">
                <a:latin typeface="Consolas" panose="020B0609020204030204" pitchFamily="49" charset="0"/>
              </a:rPr>
              <a:t>條碼機處理函數</a:t>
            </a:r>
            <a:r>
              <a:rPr lang="en-US" altLang="zh-TW" sz="1200" dirty="0">
                <a:latin typeface="Consolas" panose="020B0609020204030204" pitchFamily="49" charset="0"/>
              </a:rPr>
              <a:t>(data);</a:t>
            </a:r>
          </a:p>
          <a:p>
            <a:r>
              <a:rPr lang="en-US" altLang="zh-TW" sz="1200" dirty="0">
                <a:latin typeface="Consolas" panose="020B0609020204030204" pitchFamily="49" charset="0"/>
              </a:rPr>
              <a:t>            }</a:t>
            </a:r>
          </a:p>
          <a:p>
            <a:r>
              <a:rPr lang="en-US" altLang="zh-TW" sz="1200" dirty="0">
                <a:latin typeface="Consolas" panose="020B0609020204030204" pitchFamily="49" charset="0"/>
              </a:rPr>
              <a:t>        }</a:t>
            </a:r>
          </a:p>
          <a:p>
            <a:r>
              <a:rPr lang="en-US" altLang="zh-TW" sz="1200" dirty="0">
                <a:latin typeface="Consolas" panose="020B0609020204030204" pitchFamily="49" charset="0"/>
              </a:rPr>
              <a:t>        </a:t>
            </a:r>
            <a:r>
              <a:rPr lang="en-US" altLang="zh-TW" sz="1200" dirty="0" err="1">
                <a:latin typeface="Consolas" panose="020B0609020204030204" pitchFamily="49" charset="0"/>
              </a:rPr>
              <a:t>base.WndProc</a:t>
            </a:r>
            <a:r>
              <a:rPr lang="en-US" altLang="zh-TW" sz="1200" dirty="0">
                <a:latin typeface="Consolas" panose="020B0609020204030204" pitchFamily="49" charset="0"/>
              </a:rPr>
              <a:t>(ref m);</a:t>
            </a:r>
          </a:p>
          <a:p>
            <a:r>
              <a:rPr lang="en-US" altLang="zh-TW" sz="1200" dirty="0">
                <a:latin typeface="Consolas" panose="020B0609020204030204" pitchFamily="49" charset="0"/>
              </a:rPr>
              <a:t>    }</a:t>
            </a:r>
          </a:p>
          <a:p>
            <a:r>
              <a:rPr lang="en-US" altLang="zh-TW" sz="1200" dirty="0">
                <a:latin typeface="Consolas" panose="020B0609020204030204" pitchFamily="49" charset="0"/>
              </a:rPr>
              <a:t>}</a:t>
            </a:r>
            <a:endParaRPr lang="zh-TW" altLang="en-US" sz="1200" b="0" dirty="0">
              <a:latin typeface="Consolas" panose="020B0609020204030204" pitchFamily="49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6550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E914DD-785C-1FEB-25DB-C642D10F0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733A4835-4400-8161-9F80-8884D0C4CE87}"/>
              </a:ext>
            </a:extLst>
          </p:cNvPr>
          <p:cNvSpPr txBox="1"/>
          <p:nvPr/>
        </p:nvSpPr>
        <p:spPr>
          <a:xfrm>
            <a:off x="403354" y="380999"/>
            <a:ext cx="29065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※ </a:t>
            </a:r>
            <a:r>
              <a:rPr lang="en-US" altLang="zh-TW" sz="2400" dirty="0" err="1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RawInput</a:t>
            </a:r>
            <a:r>
              <a:rPr lang="en-US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 </a:t>
            </a:r>
            <a:r>
              <a:rPr lang="zh-TW" altLang="en-US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問題點</a:t>
            </a:r>
            <a:endParaRPr lang="en-US" altLang="zh-TW" sz="240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112FCCF9-1205-AA37-E282-E387FA7BBBCA}"/>
              </a:ext>
            </a:extLst>
          </p:cNvPr>
          <p:cNvSpPr txBox="1">
            <a:spLocks/>
          </p:cNvSpPr>
          <p:nvPr/>
        </p:nvSpPr>
        <p:spPr>
          <a:xfrm>
            <a:off x="403354" y="914400"/>
            <a:ext cx="8283446" cy="54864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kumimoji="1" sz="2800">
                <a:solidFill>
                  <a:schemeClr val="tx1"/>
                </a:solidFill>
                <a:latin typeface="+mn-lt"/>
                <a:ea typeface="新細明體" charset="-12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新細明體" charset="-12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9pPr>
          </a:lstStyle>
          <a:p>
            <a:pPr>
              <a:lnSpc>
                <a:spcPct val="150000"/>
              </a:lnSpc>
              <a:buClrTx/>
            </a:pPr>
            <a:r>
              <a:rPr lang="en-US" altLang="zh-TW" sz="2000" b="0" kern="0" dirty="0">
                <a:latin typeface="Segoe UI" panose="020B0502040204020203" pitchFamily="34" charset="0"/>
                <a:cs typeface="Segoe UI" panose="020B0502040204020203" pitchFamily="34" charset="0"/>
              </a:rPr>
              <a:t>Raw Input </a:t>
            </a:r>
            <a:r>
              <a:rPr lang="zh-TW" altLang="en-US" sz="2000" b="0" kern="0" dirty="0">
                <a:latin typeface="Segoe UI" panose="020B0502040204020203" pitchFamily="34" charset="0"/>
                <a:cs typeface="Segoe UI" panose="020B0502040204020203" pitchFamily="34" charset="0"/>
              </a:rPr>
              <a:t>的攔截是整個分類的。</a:t>
            </a:r>
            <a:br>
              <a:rPr lang="en-US" altLang="zh-TW" sz="2000" b="0" kern="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zh-TW" altLang="en-US" sz="2000" b="0" kern="0" dirty="0">
                <a:latin typeface="Segoe UI" panose="020B0502040204020203" pitchFamily="34" charset="0"/>
                <a:cs typeface="Segoe UI" panose="020B0502040204020203" pitchFamily="34" charset="0"/>
              </a:rPr>
              <a:t>比如本專案是攔截鍵盤類</a:t>
            </a:r>
            <a:r>
              <a:rPr lang="en-US" altLang="zh-TW" sz="2000" b="0" kern="0" dirty="0">
                <a:latin typeface="Segoe UI" panose="020B0502040204020203" pitchFamily="34" charset="0"/>
                <a:cs typeface="Segoe UI" panose="020B0502040204020203" pitchFamily="34" charset="0"/>
              </a:rPr>
              <a:t>(01:06)</a:t>
            </a:r>
            <a:r>
              <a:rPr lang="zh-TW" altLang="en-US" sz="2000" b="0" kern="0" dirty="0">
                <a:latin typeface="Segoe UI" panose="020B0502040204020203" pitchFamily="34" charset="0"/>
                <a:cs typeface="Segoe UI" panose="020B0502040204020203" pitchFamily="34" charset="0"/>
              </a:rPr>
              <a:t>，也就是不管真鍵盤或模擬鍵盤均會被 </a:t>
            </a:r>
            <a:r>
              <a:rPr lang="en-US" altLang="zh-TW" sz="2000" b="0" kern="0" dirty="0" err="1">
                <a:latin typeface="Segoe UI" panose="020B0502040204020203" pitchFamily="34" charset="0"/>
                <a:cs typeface="Segoe UI" panose="020B0502040204020203" pitchFamily="34" charset="0"/>
              </a:rPr>
              <a:t>WndProc</a:t>
            </a:r>
            <a:r>
              <a:rPr lang="en-US" altLang="zh-TW" sz="2000" b="0" kern="0" dirty="0">
                <a:latin typeface="Segoe UI" panose="020B0502040204020203" pitchFamily="34" charset="0"/>
                <a:cs typeface="Segoe UI" panose="020B0502040204020203" pitchFamily="34" charset="0"/>
              </a:rPr>
              <a:t>() </a:t>
            </a:r>
            <a:r>
              <a:rPr lang="zh-TW" altLang="en-US" sz="2000" b="0" kern="0" dirty="0">
                <a:latin typeface="Segoe UI" panose="020B0502040204020203" pitchFamily="34" charset="0"/>
                <a:cs typeface="Segoe UI" panose="020B0502040204020203" pitchFamily="34" charset="0"/>
              </a:rPr>
              <a:t>攔截。</a:t>
            </a:r>
            <a:br>
              <a:rPr lang="en-US" altLang="zh-TW" sz="2000" b="0" kern="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zh-TW" altLang="en-US" sz="2000" b="0" kern="0" dirty="0">
                <a:latin typeface="Segoe UI" panose="020B0502040204020203" pitchFamily="34" charset="0"/>
                <a:cs typeface="Segoe UI" panose="020B0502040204020203" pitchFamily="34" charset="0"/>
              </a:rPr>
              <a:t>這個特性有時候會影響到鍵盤的正常使用。</a:t>
            </a:r>
            <a:endParaRPr lang="en-US" altLang="zh-TW" sz="2000" b="0" kern="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  <a:buClrTx/>
            </a:pPr>
            <a:r>
              <a:rPr lang="zh-TW" altLang="en-US" sz="2000" b="0" kern="0" dirty="0">
                <a:latin typeface="+mn-ea"/>
                <a:cs typeface="Segoe UI" panose="020B0502040204020203" pitchFamily="34" charset="0"/>
              </a:rPr>
              <a:t>游標所在處仍有接收到 </a:t>
            </a:r>
            <a:r>
              <a:rPr lang="en-US" altLang="zh-TW" sz="2000" b="0" kern="0" dirty="0">
                <a:latin typeface="Segoe UI" panose="020B0502040204020203" pitchFamily="34" charset="0"/>
                <a:cs typeface="Segoe UI" panose="020B0502040204020203" pitchFamily="34" charset="0"/>
              </a:rPr>
              <a:t>HID </a:t>
            </a:r>
            <a:r>
              <a:rPr lang="zh-TW" altLang="en-US" sz="2000" b="0" kern="0" dirty="0">
                <a:latin typeface="Segoe UI" panose="020B0502040204020203" pitchFamily="34" charset="0"/>
                <a:cs typeface="Segoe UI" panose="020B0502040204020203" pitchFamily="34" charset="0"/>
              </a:rPr>
              <a:t>裝置輸出的按鍵。</a:t>
            </a:r>
            <a:endParaRPr lang="en-US" altLang="zh-TW" sz="2000" b="0" kern="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648000" lvl="1" indent="-252000">
              <a:lnSpc>
                <a:spcPct val="150000"/>
              </a:lnSpc>
              <a:buClrTx/>
              <a:buFont typeface="Wingdings" panose="05000000000000000000" pitchFamily="2" charset="2"/>
              <a:buChar char="ü"/>
            </a:pPr>
            <a:r>
              <a:rPr lang="zh-TW" altLang="en-US" sz="2000" b="0" kern="0" dirty="0">
                <a:latin typeface="Segoe UI" panose="020B0502040204020203" pitchFamily="34" charset="0"/>
                <a:ea typeface="標楷體" panose="03000509000000000000" pitchFamily="65" charset="-120"/>
                <a:cs typeface="Segoe UI" panose="020B0502040204020203" pitchFamily="34" charset="0"/>
              </a:rPr>
              <a:t>有一個解法是使用 </a:t>
            </a:r>
            <a:r>
              <a:rPr lang="en-US" altLang="zh-TW" sz="2000" b="0" i="1" kern="0" dirty="0">
                <a:solidFill>
                  <a:schemeClr val="accent5"/>
                </a:solidFill>
                <a:latin typeface="Segoe UI" panose="020B0502040204020203" pitchFamily="34" charset="0"/>
                <a:ea typeface="標楷體" panose="03000509000000000000" pitchFamily="65" charset="-120"/>
                <a:cs typeface="Segoe UI" panose="020B0502040204020203" pitchFamily="34" charset="0"/>
              </a:rPr>
              <a:t>RIDEV_NOLEGACY</a:t>
            </a:r>
            <a:r>
              <a:rPr lang="en-US" altLang="zh-TW" sz="2000" b="0" kern="0" dirty="0">
                <a:latin typeface="Segoe UI" panose="020B0502040204020203" pitchFamily="34" charset="0"/>
                <a:ea typeface="標楷體" panose="03000509000000000000" pitchFamily="65" charset="-120"/>
                <a:cs typeface="Segoe UI" panose="020B0502040204020203" pitchFamily="34" charset="0"/>
              </a:rPr>
              <a:t> Flag</a:t>
            </a:r>
            <a:r>
              <a:rPr lang="zh-TW" altLang="en-US" sz="2000" b="0" kern="0" dirty="0">
                <a:latin typeface="Segoe UI" panose="020B0502040204020203" pitchFamily="34" charset="0"/>
                <a:ea typeface="標楷體" panose="03000509000000000000" pitchFamily="65" charset="-120"/>
                <a:cs typeface="Segoe UI" panose="020B0502040204020203" pitchFamily="34" charset="0"/>
              </a:rPr>
              <a:t>，表示不會產生 </a:t>
            </a:r>
            <a:r>
              <a:rPr lang="en-US" altLang="zh-TW" sz="2000" b="0" kern="0" dirty="0">
                <a:latin typeface="Segoe UI" panose="020B0502040204020203" pitchFamily="34" charset="0"/>
                <a:ea typeface="標楷體" panose="03000509000000000000" pitchFamily="65" charset="-120"/>
                <a:cs typeface="Segoe UI" panose="020B0502040204020203" pitchFamily="34" charset="0"/>
              </a:rPr>
              <a:t>Legacy Messages</a:t>
            </a:r>
            <a:r>
              <a:rPr lang="zh-TW" altLang="en-US" sz="2000" b="0" kern="0" dirty="0">
                <a:latin typeface="Segoe UI" panose="020B0502040204020203" pitchFamily="34" charset="0"/>
                <a:ea typeface="標楷體" panose="03000509000000000000" pitchFamily="65" charset="-120"/>
                <a:cs typeface="Segoe UI" panose="020B0502040204020203" pitchFamily="34" charset="0"/>
              </a:rPr>
              <a:t>，訊息將不會傳送到控制項。但結果是所有鍵盤會失效。</a:t>
            </a:r>
            <a:endParaRPr lang="en-US" altLang="zh-TW" sz="2000" b="0" kern="0" dirty="0">
              <a:latin typeface="Segoe UI" panose="020B0502040204020203" pitchFamily="34" charset="0"/>
              <a:ea typeface="標楷體" panose="03000509000000000000" pitchFamily="65" charset="-120"/>
              <a:cs typeface="Segoe UI" panose="020B0502040204020203" pitchFamily="34" charset="0"/>
            </a:endParaRPr>
          </a:p>
          <a:p>
            <a:pPr marL="648000" lvl="1" indent="-252000">
              <a:lnSpc>
                <a:spcPct val="150000"/>
              </a:lnSpc>
              <a:buClrTx/>
              <a:buFont typeface="Wingdings" panose="05000000000000000000" pitchFamily="2" charset="2"/>
              <a:buChar char="ü"/>
            </a:pPr>
            <a:r>
              <a:rPr lang="zh-TW" altLang="en-US" sz="2000" b="0" kern="0" dirty="0">
                <a:latin typeface="Segoe UI" panose="020B0502040204020203" pitchFamily="34" charset="0"/>
                <a:ea typeface="標楷體" panose="03000509000000000000" pitchFamily="65" charset="-120"/>
                <a:cs typeface="Segoe UI" panose="020B0502040204020203" pitchFamily="34" charset="0"/>
              </a:rPr>
              <a:t>另一個方法是把控制項設唯讀；或是在鍵盤事件中取消鍵盤動作。</a:t>
            </a:r>
            <a:endParaRPr lang="zh-TW" altLang="zh-TW" sz="2000" b="0" dirty="0">
              <a:latin typeface="標楷體" panose="03000509000000000000" pitchFamily="65" charset="-120"/>
              <a:ea typeface="標楷體" panose="03000509000000000000" pitchFamily="65" charset="-120"/>
              <a:cs typeface="Calibri" panose="020F0502020204030204" pitchFamily="34" charset="0"/>
            </a:endParaRPr>
          </a:p>
        </p:txBody>
      </p:sp>
      <p:sp>
        <p:nvSpPr>
          <p:cNvPr id="7" name="動作按鈕: 下一項 6">
            <a:hlinkClick r:id="rId2" action="ppaction://hlinksldjump" highlightClick="1"/>
          </p:cNvPr>
          <p:cNvSpPr/>
          <p:nvPr/>
        </p:nvSpPr>
        <p:spPr bwMode="auto">
          <a:xfrm>
            <a:off x="8744757" y="6489600"/>
            <a:ext cx="323043" cy="292200"/>
          </a:xfrm>
          <a:prstGeom prst="actionButtonForwardNex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charset="-120"/>
              <a:cs typeface="Arial" charset="0"/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1209670" y="4958040"/>
            <a:ext cx="5876930" cy="156966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6">
                <a:lumMod val="40000"/>
                <a:lumOff val="6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altLang="zh-TW" sz="1200" dirty="0">
                <a:latin typeface="Consolas" panose="020B0609020204030204" pitchFamily="49" charset="0"/>
              </a:rPr>
              <a:t>private void </a:t>
            </a:r>
            <a:r>
              <a:rPr lang="en-US" altLang="zh-TW" sz="1200" dirty="0" err="1">
                <a:latin typeface="Consolas" panose="020B0609020204030204" pitchFamily="49" charset="0"/>
              </a:rPr>
              <a:t>Control_KeyDown</a:t>
            </a:r>
            <a:r>
              <a:rPr lang="en-US" altLang="zh-TW" sz="1200" dirty="0">
                <a:latin typeface="Consolas" panose="020B0609020204030204" pitchFamily="49" charset="0"/>
              </a:rPr>
              <a:t>(object sender, </a:t>
            </a:r>
            <a:r>
              <a:rPr lang="en-US" altLang="zh-TW" sz="1200" dirty="0" err="1">
                <a:latin typeface="Consolas" panose="020B0609020204030204" pitchFamily="49" charset="0"/>
              </a:rPr>
              <a:t>KeyEventArgs</a:t>
            </a:r>
            <a:r>
              <a:rPr lang="en-US" altLang="zh-TW" sz="1200" dirty="0">
                <a:latin typeface="Consolas" panose="020B0609020204030204" pitchFamily="49" charset="0"/>
              </a:rPr>
              <a:t> e)</a:t>
            </a:r>
          </a:p>
          <a:p>
            <a:r>
              <a:rPr lang="en-US" altLang="zh-TW" sz="1200" dirty="0">
                <a:latin typeface="Consolas" panose="020B0609020204030204" pitchFamily="49" charset="0"/>
              </a:rPr>
              <a:t>    =&gt; </a:t>
            </a:r>
            <a:r>
              <a:rPr lang="en-US" altLang="zh-TW" sz="1200" dirty="0" err="1">
                <a:latin typeface="Consolas" panose="020B0609020204030204" pitchFamily="49" charset="0"/>
              </a:rPr>
              <a:t>e.SuppressKeyPress</a:t>
            </a:r>
            <a:r>
              <a:rPr lang="en-US" altLang="zh-TW" sz="1200" dirty="0">
                <a:latin typeface="Consolas" panose="020B0609020204030204" pitchFamily="49" charset="0"/>
              </a:rPr>
              <a:t> = true;</a:t>
            </a:r>
          </a:p>
          <a:p>
            <a:endParaRPr lang="en-US" altLang="zh-TW" sz="1200" dirty="0">
              <a:latin typeface="Consolas" panose="020B0609020204030204" pitchFamily="49" charset="0"/>
            </a:endParaRPr>
          </a:p>
          <a:p>
            <a:r>
              <a:rPr lang="en-US" altLang="zh-TW" sz="1200" dirty="0">
                <a:latin typeface="Consolas" panose="020B0609020204030204" pitchFamily="49" charset="0"/>
              </a:rPr>
              <a:t>private void </a:t>
            </a:r>
            <a:r>
              <a:rPr lang="en-US" altLang="zh-TW" sz="1200" dirty="0" err="1">
                <a:latin typeface="Consolas" panose="020B0609020204030204" pitchFamily="49" charset="0"/>
              </a:rPr>
              <a:t>Control_KeyUp</a:t>
            </a:r>
            <a:r>
              <a:rPr lang="en-US" altLang="zh-TW" sz="1200" dirty="0">
                <a:latin typeface="Consolas" panose="020B0609020204030204" pitchFamily="49" charset="0"/>
              </a:rPr>
              <a:t>(object sender, </a:t>
            </a:r>
            <a:r>
              <a:rPr lang="en-US" altLang="zh-TW" sz="1200" dirty="0" err="1">
                <a:latin typeface="Consolas" panose="020B0609020204030204" pitchFamily="49" charset="0"/>
              </a:rPr>
              <a:t>KeyEventArgs</a:t>
            </a:r>
            <a:r>
              <a:rPr lang="en-US" altLang="zh-TW" sz="1200" dirty="0">
                <a:latin typeface="Consolas" panose="020B0609020204030204" pitchFamily="49" charset="0"/>
              </a:rPr>
              <a:t> e)</a:t>
            </a:r>
          </a:p>
          <a:p>
            <a:r>
              <a:rPr lang="en-US" altLang="zh-TW" sz="1200" dirty="0">
                <a:latin typeface="Consolas" panose="020B0609020204030204" pitchFamily="49" charset="0"/>
              </a:rPr>
              <a:t>    =&gt; </a:t>
            </a:r>
            <a:r>
              <a:rPr lang="en-US" altLang="zh-TW" sz="1200" dirty="0" err="1">
                <a:latin typeface="Consolas" panose="020B0609020204030204" pitchFamily="49" charset="0"/>
              </a:rPr>
              <a:t>e.SuppressKeyPress</a:t>
            </a:r>
            <a:r>
              <a:rPr lang="en-US" altLang="zh-TW" sz="1200" dirty="0">
                <a:latin typeface="Consolas" panose="020B0609020204030204" pitchFamily="49" charset="0"/>
              </a:rPr>
              <a:t> = true;</a:t>
            </a:r>
          </a:p>
          <a:p>
            <a:endParaRPr lang="en-US" altLang="zh-TW" sz="1200" dirty="0">
              <a:latin typeface="Consolas" panose="020B0609020204030204" pitchFamily="49" charset="0"/>
            </a:endParaRPr>
          </a:p>
          <a:p>
            <a:r>
              <a:rPr lang="en-US" altLang="zh-TW" sz="1200" dirty="0">
                <a:latin typeface="Consolas" panose="020B0609020204030204" pitchFamily="49" charset="0"/>
              </a:rPr>
              <a:t>private void </a:t>
            </a:r>
            <a:r>
              <a:rPr lang="en-US" altLang="zh-TW" sz="1200" dirty="0" err="1">
                <a:latin typeface="Consolas" panose="020B0609020204030204" pitchFamily="49" charset="0"/>
              </a:rPr>
              <a:t>Control_KeyPress</a:t>
            </a:r>
            <a:r>
              <a:rPr lang="en-US" altLang="zh-TW" sz="1200" dirty="0">
                <a:latin typeface="Consolas" panose="020B0609020204030204" pitchFamily="49" charset="0"/>
              </a:rPr>
              <a:t>(object sender, </a:t>
            </a:r>
            <a:r>
              <a:rPr lang="en-US" altLang="zh-TW" sz="1200" dirty="0" err="1">
                <a:latin typeface="Consolas" panose="020B0609020204030204" pitchFamily="49" charset="0"/>
              </a:rPr>
              <a:t>KeyPressEventArgs</a:t>
            </a:r>
            <a:r>
              <a:rPr lang="en-US" altLang="zh-TW" sz="1200" dirty="0">
                <a:latin typeface="Consolas" panose="020B0609020204030204" pitchFamily="49" charset="0"/>
              </a:rPr>
              <a:t> e)</a:t>
            </a:r>
          </a:p>
          <a:p>
            <a:r>
              <a:rPr lang="en-US" altLang="zh-TW" sz="1200" dirty="0">
                <a:latin typeface="Consolas" panose="020B0609020204030204" pitchFamily="49" charset="0"/>
              </a:rPr>
              <a:t>    =&gt; </a:t>
            </a:r>
            <a:r>
              <a:rPr lang="en-US" altLang="zh-TW" sz="1200" dirty="0" err="1">
                <a:latin typeface="Consolas" panose="020B0609020204030204" pitchFamily="49" charset="0"/>
              </a:rPr>
              <a:t>e.Handled</a:t>
            </a:r>
            <a:r>
              <a:rPr lang="en-US" altLang="zh-TW" sz="1200" dirty="0">
                <a:latin typeface="Consolas" panose="020B0609020204030204" pitchFamily="49" charset="0"/>
              </a:rPr>
              <a:t> = true;</a:t>
            </a:r>
            <a:endParaRPr lang="zh-TW" altLang="en-US" sz="1200" b="0" dirty="0">
              <a:latin typeface="Consolas" panose="020B0609020204030204" pitchFamily="49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5465134"/>
      </p:ext>
    </p:extLst>
  </p:cSld>
  <p:clrMapOvr>
    <a:masterClrMapping/>
  </p:clrMapOvr>
</p:sld>
</file>

<file path=ppt/theme/theme1.xml><?xml version="1.0" encoding="utf-8"?>
<a:theme xmlns:a="http://schemas.openxmlformats.org/drawingml/2006/main" name="Pixel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ixel">
      <a:majorFont>
        <a:latin typeface="Arial"/>
        <a:ea typeface="標楷體"/>
        <a:cs typeface="Arial"/>
      </a:majorFont>
      <a:minorFont>
        <a:latin typeface="Arial"/>
        <a:ea typeface="標楷體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charset="-12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charset="-120"/>
            <a:cs typeface="Arial" charset="0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154617</TotalTime>
  <Words>960</Words>
  <Application>Microsoft Office PowerPoint</Application>
  <PresentationFormat>如螢幕大小 (4:3)</PresentationFormat>
  <Paragraphs>175</Paragraphs>
  <Slides>12</Slides>
  <Notes>1</Notes>
  <HiddenSlides>0</HiddenSlides>
  <MMClips>0</MMClips>
  <ScaleCrop>false</ScaleCrop>
  <HeadingPairs>
    <vt:vector size="8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21" baseType="lpstr">
      <vt:lpstr>新細明體</vt:lpstr>
      <vt:lpstr>標楷體</vt:lpstr>
      <vt:lpstr>Arial</vt:lpstr>
      <vt:lpstr>Consolas</vt:lpstr>
      <vt:lpstr>Segoe UI</vt:lpstr>
      <vt:lpstr>Times New Roman</vt:lpstr>
      <vt:lpstr>Wingdings</vt:lpstr>
      <vt:lpstr>Pixel</vt:lpstr>
      <vt:lpstr>Photo Editor 影像 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台和全球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mlee</dc:creator>
  <cp:lastModifiedBy>Raphael Wu</cp:lastModifiedBy>
  <cp:revision>11008</cp:revision>
  <cp:lastPrinted>2019-02-20T00:08:27Z</cp:lastPrinted>
  <dcterms:created xsi:type="dcterms:W3CDTF">2003-08-13T01:23:13Z</dcterms:created>
  <dcterms:modified xsi:type="dcterms:W3CDTF">2026-10-05T13:57:56Z</dcterms:modified>
</cp:coreProperties>
</file>