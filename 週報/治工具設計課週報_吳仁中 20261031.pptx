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mp4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0"/>
  </p:notesMasterIdLst>
  <p:handoutMasterIdLst>
    <p:handoutMasterId r:id="rId11"/>
  </p:handoutMasterIdLst>
  <p:sldIdLst>
    <p:sldId id="1161" r:id="rId2"/>
    <p:sldId id="1773" r:id="rId3"/>
    <p:sldId id="1813" r:id="rId4"/>
    <p:sldId id="1771" r:id="rId5"/>
    <p:sldId id="1817" r:id="rId6"/>
    <p:sldId id="1818" r:id="rId7"/>
    <p:sldId id="1819" r:id="rId8"/>
    <p:sldId id="1828" r:id="rId9"/>
  </p:sldIdLst>
  <p:sldSz cx="9144000" cy="6858000" type="screen4x3"/>
  <p:notesSz cx="9866313" cy="142954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27519E2-A0D3-4B5B-94BE-A13338663232}">
          <p14:sldIdLst>
            <p14:sldId id="1161"/>
            <p14:sldId id="1773"/>
            <p14:sldId id="1813"/>
            <p14:sldId id="1771"/>
          </p14:sldIdLst>
        </p14:section>
        <p14:section name="旋入機" id="{6E21C94B-659B-486C-8749-ABB8554147FA}">
          <p14:sldIdLst/>
        </p14:section>
        <p14:section name="切割機" id="{C4586997-6D46-442B-8509-C2FA808EFB70}">
          <p14:sldIdLst/>
        </p14:section>
        <p14:section name="PHC" id="{E3ECE8C6-B7B5-42D9-AEE8-5A5463C8C177}">
          <p14:sldIdLst>
            <p14:sldId id="1817"/>
            <p14:sldId id="1818"/>
            <p14:sldId id="1819"/>
          </p14:sldIdLst>
        </p14:section>
        <p14:section name="FAU" id="{CDCCF024-9AFD-4733-818B-F522D487D7EF}">
          <p14:sldIdLst>
            <p14:sldId id="1828"/>
          </p14:sldIdLst>
        </p14:section>
        <p14:section name="改機/維修" id="{61EABBFE-1824-4B3D-92C1-02F542C96554}">
          <p14:sldIdLst/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07">
          <p15:clr>
            <a:srgbClr val="A4A3A4"/>
          </p15:clr>
        </p15:guide>
        <p15:guide id="2" pos="2122">
          <p15:clr>
            <a:srgbClr val="A4A3A4"/>
          </p15:clr>
        </p15:guide>
        <p15:guide id="3" orient="horz" pos="4502">
          <p15:clr>
            <a:srgbClr val="A4A3A4"/>
          </p15:clr>
        </p15:guide>
        <p15:guide id="4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85A7D1"/>
    <a:srgbClr val="FF9900"/>
    <a:srgbClr val="006666"/>
    <a:srgbClr val="008000"/>
    <a:srgbClr val="FF0066"/>
    <a:srgbClr val="FF3300"/>
    <a:srgbClr val="FFFF99"/>
    <a:srgbClr val="FF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C1456-0958-48D9-885B-4E3972013589}" v="246" dt="2026-08-17T20:17:21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深色樣式 1 - 輔色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4316" autoAdjust="0"/>
  </p:normalViewPr>
  <p:slideViewPr>
    <p:cSldViewPr>
      <p:cViewPr>
        <p:scale>
          <a:sx n="100" d="100"/>
          <a:sy n="100" d="100"/>
        </p:scale>
        <p:origin x="-2394" y="-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1950" y="-108"/>
      </p:cViewPr>
      <p:guideLst>
        <p:guide orient="horz" pos="3107"/>
        <p:guide orient="horz" pos="4502"/>
        <p:guide pos="2122"/>
        <p:guide pos="31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Wu" userId="222e91bd63df5811" providerId="LiveId" clId="{534A9F1F-5294-42C7-A279-6BCD5E88610A}"/>
    <pc:docChg chg="undo redo custSel addSld delSld modSld modSection">
      <pc:chgData name="Raphael Wu" userId="222e91bd63df5811" providerId="LiveId" clId="{534A9F1F-5294-42C7-A279-6BCD5E88610A}" dt="2026-08-17T20:17:21.258" v="1191" actId="478"/>
      <pc:docMkLst>
        <pc:docMk/>
      </pc:docMkLst>
      <pc:sldChg chg="modSp mod">
        <pc:chgData name="Raphael Wu" userId="222e91bd63df5811" providerId="LiveId" clId="{534A9F1F-5294-42C7-A279-6BCD5E88610A}" dt="2026-08-17T20:15:52.610" v="1183"/>
        <pc:sldMkLst>
          <pc:docMk/>
          <pc:sldMk cId="502768695" sldId="1773"/>
        </pc:sldMkLst>
        <pc:graphicFrameChg chg="mod modGraphic">
          <ac:chgData name="Raphael Wu" userId="222e91bd63df5811" providerId="LiveId" clId="{534A9F1F-5294-42C7-A279-6BCD5E88610A}" dt="2026-08-17T20:15:52.610" v="1183"/>
          <ac:graphicFrameMkLst>
            <pc:docMk/>
            <pc:sldMk cId="502768695" sldId="1773"/>
            <ac:graphicFrameMk id="13" creationId="{00000000-0000-0000-0000-000000000000}"/>
          </ac:graphicFrameMkLst>
        </pc:graphicFrameChg>
      </pc:sldChg>
      <pc:sldChg chg="delSp mod">
        <pc:chgData name="Raphael Wu" userId="222e91bd63df5811" providerId="LiveId" clId="{534A9F1F-5294-42C7-A279-6BCD5E88610A}" dt="2026-08-17T20:17:02.882" v="1184" actId="478"/>
        <pc:sldMkLst>
          <pc:docMk/>
          <pc:sldMk cId="1299388070" sldId="1802"/>
        </pc:sldMkLst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7" creationId="{00000000-0000-0000-0000-000000000000}"/>
          </ac:spMkLst>
        </pc:spChg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11" creationId="{00000000-0000-0000-0000-000000000000}"/>
          </ac:spMkLst>
        </pc:spChg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30" creationId="{00000000-0000-0000-0000-000000000000}"/>
          </ac:spMkLst>
        </pc:spChg>
        <pc:spChg chg="del">
          <ac:chgData name="Raphael Wu" userId="222e91bd63df5811" providerId="LiveId" clId="{534A9F1F-5294-42C7-A279-6BCD5E88610A}" dt="2026-08-17T20:17:02.882" v="1184" actId="478"/>
          <ac:spMkLst>
            <pc:docMk/>
            <pc:sldMk cId="1299388070" sldId="1802"/>
            <ac:spMk id="31" creationId="{00000000-0000-0000-0000-000000000000}"/>
          </ac:spMkLst>
        </pc:sp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9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14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22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25" creationId="{00000000-0000-0000-0000-000000000000}"/>
          </ac:cxnSpMkLst>
        </pc:cxnChg>
        <pc:cxnChg chg="del">
          <ac:chgData name="Raphael Wu" userId="222e91bd63df5811" providerId="LiveId" clId="{534A9F1F-5294-42C7-A279-6BCD5E88610A}" dt="2026-08-17T20:17:02.882" v="1184" actId="478"/>
          <ac:cxnSpMkLst>
            <pc:docMk/>
            <pc:sldMk cId="1299388070" sldId="1802"/>
            <ac:cxnSpMk id="28" creationId="{00000000-0000-0000-0000-000000000000}"/>
          </ac:cxnSpMkLst>
        </pc:cxnChg>
      </pc:sldChg>
      <pc:sldChg chg="del">
        <pc:chgData name="Raphael Wu" userId="222e91bd63df5811" providerId="LiveId" clId="{534A9F1F-5294-42C7-A279-6BCD5E88610A}" dt="2026-08-17T20:17:09.866" v="1185" actId="2696"/>
        <pc:sldMkLst>
          <pc:docMk/>
          <pc:sldMk cId="1169137882" sldId="1807"/>
        </pc:sldMkLst>
      </pc:sldChg>
      <pc:sldChg chg="delSp">
        <pc:chgData name="Raphael Wu" userId="222e91bd63df5811" providerId="LiveId" clId="{534A9F1F-5294-42C7-A279-6BCD5E88610A}" dt="2026-08-17T20:17:21.258" v="1191" actId="478"/>
        <pc:sldMkLst>
          <pc:docMk/>
          <pc:sldMk cId="1638500657" sldId="1808"/>
        </pc:sldMkLst>
        <pc:picChg chg="del">
          <ac:chgData name="Raphael Wu" userId="222e91bd63df5811" providerId="LiveId" clId="{534A9F1F-5294-42C7-A279-6BCD5E88610A}" dt="2026-08-17T20:17:20.896" v="1190" actId="478"/>
          <ac:picMkLst>
            <pc:docMk/>
            <pc:sldMk cId="1638500657" sldId="1808"/>
            <ac:picMk id="3074" creationId="{00000000-0000-0000-0000-000000000000}"/>
          </ac:picMkLst>
        </pc:picChg>
        <pc:picChg chg="del">
          <ac:chgData name="Raphael Wu" userId="222e91bd63df5811" providerId="LiveId" clId="{534A9F1F-5294-42C7-A279-6BCD5E88610A}" dt="2026-08-17T20:17:21.258" v="1191" actId="478"/>
          <ac:picMkLst>
            <pc:docMk/>
            <pc:sldMk cId="1638500657" sldId="1808"/>
            <ac:picMk id="3075" creationId="{00000000-0000-0000-0000-000000000000}"/>
          </ac:picMkLst>
        </pc:picChg>
      </pc:sldChg>
      <pc:sldChg chg="delSp">
        <pc:chgData name="Raphael Wu" userId="222e91bd63df5811" providerId="LiveId" clId="{534A9F1F-5294-42C7-A279-6BCD5E88610A}" dt="2026-08-17T20:17:17.108" v="1189" actId="478"/>
        <pc:sldMkLst>
          <pc:docMk/>
          <pc:sldMk cId="2734987746" sldId="1810"/>
        </pc:sldMkLst>
        <pc:grpChg chg="del">
          <ac:chgData name="Raphael Wu" userId="222e91bd63df5811" providerId="LiveId" clId="{534A9F1F-5294-42C7-A279-6BCD5E88610A}" dt="2026-08-17T20:17:16.225" v="1188" actId="478"/>
          <ac:grpSpMkLst>
            <pc:docMk/>
            <pc:sldMk cId="2734987746" sldId="1810"/>
            <ac:grpSpMk id="3" creationId="{00000000-0000-0000-0000-000000000000}"/>
          </ac:grpSpMkLst>
        </pc:grpChg>
        <pc:grpChg chg="del">
          <ac:chgData name="Raphael Wu" userId="222e91bd63df5811" providerId="LiveId" clId="{534A9F1F-5294-42C7-A279-6BCD5E88610A}" dt="2026-08-17T20:17:17.108" v="1189" actId="478"/>
          <ac:grpSpMkLst>
            <pc:docMk/>
            <pc:sldMk cId="2734987746" sldId="1810"/>
            <ac:grpSpMk id="4" creationId="{00000000-0000-0000-0000-000000000000}"/>
          </ac:grpSpMkLst>
        </pc:grpChg>
      </pc:sldChg>
      <pc:sldChg chg="delSp">
        <pc:chgData name="Raphael Wu" userId="222e91bd63df5811" providerId="LiveId" clId="{534A9F1F-5294-42C7-A279-6BCD5E88610A}" dt="2026-08-17T20:17:13.988" v="1187" actId="478"/>
        <pc:sldMkLst>
          <pc:docMk/>
          <pc:sldMk cId="1693653662" sldId="1811"/>
        </pc:sldMkLst>
        <pc:picChg chg="del">
          <ac:chgData name="Raphael Wu" userId="222e91bd63df5811" providerId="LiveId" clId="{534A9F1F-5294-42C7-A279-6BCD5E88610A}" dt="2026-08-17T20:17:13.988" v="1187" actId="478"/>
          <ac:picMkLst>
            <pc:docMk/>
            <pc:sldMk cId="1693653662" sldId="1811"/>
            <ac:picMk id="5122" creationId="{00000000-0000-0000-0000-000000000000}"/>
          </ac:picMkLst>
        </pc:picChg>
        <pc:picChg chg="del">
          <ac:chgData name="Raphael Wu" userId="222e91bd63df5811" providerId="LiveId" clId="{534A9F1F-5294-42C7-A279-6BCD5E88610A}" dt="2026-08-17T20:17:13.389" v="1186" actId="478"/>
          <ac:picMkLst>
            <pc:docMk/>
            <pc:sldMk cId="1693653662" sldId="1811"/>
            <ac:picMk id="5123" creationId="{00000000-0000-0000-0000-000000000000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7733" y="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358009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7733" y="1358009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A61D345C-E68B-4329-AC0F-C4C3B9CF378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0221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7733" y="1"/>
            <a:ext cx="4276254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2075" y="1074738"/>
            <a:ext cx="7145338" cy="5359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5934" y="6790045"/>
            <a:ext cx="7894446" cy="643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3577791"/>
            <a:ext cx="4276255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7733" y="13577791"/>
            <a:ext cx="4276254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D7998E3E-5623-489C-8648-2C38346DFE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0966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998E3E-5623-489C-8648-2C38346DFE17}" type="slidenum">
              <a:rPr lang="zh-TW" altLang="en-US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13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</p:grpSp>
      </p:grp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graphicFrame>
        <p:nvGraphicFramePr>
          <p:cNvPr id="19" name="Object 24"/>
          <p:cNvGraphicFramePr>
            <a:graphicFrameLocks noChangeAspect="1"/>
          </p:cNvGraphicFramePr>
          <p:nvPr/>
        </p:nvGraphicFramePr>
        <p:xfrm>
          <a:off x="152400" y="304800"/>
          <a:ext cx="2895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" name="Photo Editor 影像 " r:id="rId3" imgW="11050542" imgH="2095793" progId="MSPhotoEd.3">
                  <p:embed/>
                </p:oleObj>
              </mc:Choice>
              <mc:Fallback>
                <p:oleObj name="Photo Editor 影像 " r:id="rId3" imgW="11050542" imgH="2095793" progId="MSPhotoEd.3">
                  <p:embed/>
                  <p:pic>
                    <p:nvPicPr>
                      <p:cNvPr id="1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04800"/>
                        <a:ext cx="2895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7301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ea typeface="+mn-ea"/>
              </a:defRPr>
            </a:lvl1pPr>
          </a:lstStyle>
          <a:p>
            <a:pPr>
              <a:defRPr/>
            </a:pPr>
            <a:fld id="{77A7E8C0-9A0D-4D03-A977-6C665D9EACC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635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3876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1148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4771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矩形 7"/>
          <p:cNvSpPr/>
          <p:nvPr userDrawn="1"/>
        </p:nvSpPr>
        <p:spPr bwMode="auto">
          <a:xfrm>
            <a:off x="304800" y="5969726"/>
            <a:ext cx="8686800" cy="838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7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3833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5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399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2103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689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334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04078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905000"/>
            <a:ext cx="8229600" cy="3886200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7485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4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4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</p:grp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Enabling Your Success</a:t>
            </a:r>
            <a:endParaRPr lang="zh-TW" altLang="en-US"/>
          </a:p>
        </p:txBody>
      </p:sp>
      <p:sp>
        <p:nvSpPr>
          <p:cNvPr id="1030" name="Rectangle 17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sp>
        <p:nvSpPr>
          <p:cNvPr id="1032" name="Text Box 24"/>
          <p:cNvSpPr txBox="1">
            <a:spLocks noChangeArrowheads="1"/>
          </p:cNvSpPr>
          <p:nvPr/>
        </p:nvSpPr>
        <p:spPr bwMode="auto">
          <a:xfrm>
            <a:off x="6096000" y="152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400">
                <a:solidFill>
                  <a:schemeClr val="accent2"/>
                </a:solidFill>
                <a:ea typeface="標楷體" pitchFamily="65" charset="-120"/>
              </a:rPr>
              <a:t>CALIN TECHNOLOGY CO.LTD.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800">
          <a:solidFill>
            <a:schemeClr val="tx1"/>
          </a:solidFill>
          <a:latin typeface="+mn-lt"/>
          <a:ea typeface="新細明體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新細明體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新細明體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itutoyo&#39640;&#24230;&#35336;&#25976;&#25818;&#25910;&#38598;&#31243;&#24335;&#20351;&#29992;&#25163;&#20874;%20rev.1.0.pptx" TargetMode="Externa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114300" y="1499347"/>
            <a:ext cx="8915400" cy="1447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設備部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治工具設計課報告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075" name="Text Box 4"/>
          <p:cNvSpPr>
            <a:spLocks noChangeArrowheads="1"/>
          </p:cNvSpPr>
          <p:nvPr/>
        </p:nvSpPr>
        <p:spPr bwMode="auto">
          <a:xfrm>
            <a:off x="3048000" y="4419600"/>
            <a:ext cx="3429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報告人：吳仁中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日期</a:t>
            </a:r>
            <a:r>
              <a:rPr lang="zh-TW" altLang="en-US" b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：</a:t>
            </a:r>
            <a:r>
              <a:rPr lang="en-US" altLang="zh-TW" b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2026/10/20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1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133794"/>
              </p:ext>
            </p:extLst>
          </p:nvPr>
        </p:nvGraphicFramePr>
        <p:xfrm>
          <a:off x="123830" y="822932"/>
          <a:ext cx="8943973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059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21920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91439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專案名稱</a:t>
                      </a: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需求單位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開始時間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預計</a:t>
                      </a:r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/>
                      </a:r>
                      <a:b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完成時間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本週工作項目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下週工作項目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效益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負責人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366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Holder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旋入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+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扭力確認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2025/04/01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2026/03/31</a:t>
                      </a: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2026/11/30</a:t>
                      </a:r>
                      <a:endParaRPr lang="en-US" altLang="zh-TW" sz="1200" b="0" strike="sng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品質穩定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節省人力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技術提升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苗天恒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李起修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915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切割拆解機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2025/12/01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2026/06/30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2026/11/30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提升重工效率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技術提升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苗天恒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李起修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測高機數據收集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2026/08/25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2026/09/04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2026/09/18</a:t>
                      </a:r>
                      <a:endParaRPr lang="en-US" altLang="zh-TW" sz="1200" b="0" strike="sng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手冊發佈。</a:t>
                      </a:r>
                      <a:endParaRPr lang="en-US" altLang="zh-TW" sz="120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設定檔管理的操作與對話框變更。</a:t>
                      </a:r>
                      <a:endParaRPr lang="en-US" altLang="zh-TW" sz="120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若一段時間未作業時，須重新校正。</a:t>
                      </a:r>
                      <a:endParaRPr lang="en-US" altLang="zh-TW" sz="1200" smtClean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CSV</a:t>
                      </a:r>
                      <a:r>
                        <a:rPr lang="zh-TW" altLang="en-US" sz="120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檔同時記錄原始量測值與補償後的值。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蔡孟堅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動作按鈕: 下一項 8">
            <a:hlinkClick r:id="rId2" action="ppaction://hlinksldjump" highlightClick="1"/>
          </p:cNvPr>
          <p:cNvSpPr/>
          <p:nvPr/>
        </p:nvSpPr>
        <p:spPr bwMode="auto">
          <a:xfrm>
            <a:off x="1219200" y="6477000"/>
            <a:ext cx="228600" cy="2286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10" name="文字方塊 2"/>
          <p:cNvSpPr txBox="1"/>
          <p:nvPr/>
        </p:nvSpPr>
        <p:spPr>
          <a:xfrm>
            <a:off x="471725" y="38100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9pPr>
          </a:lstStyle>
          <a:p>
            <a:r>
              <a:rPr lang="zh-TW" altLang="en-US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一、專案列表</a:t>
            </a:r>
          </a:p>
        </p:txBody>
      </p:sp>
    </p:spTree>
    <p:extLst>
      <p:ext uri="{BB962C8B-B14F-4D97-AF65-F5344CB8AC3E}">
        <p14:creationId xmlns:p14="http://schemas.microsoft.com/office/powerpoint/2010/main" val="50276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30628"/>
              </p:ext>
            </p:extLst>
          </p:nvPr>
        </p:nvGraphicFramePr>
        <p:xfrm>
          <a:off x="123830" y="822932"/>
          <a:ext cx="8943973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059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4478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838203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專案名稱</a:t>
                      </a: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需求</a:t>
                      </a:r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/>
                      </a:r>
                      <a:b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單位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開始時間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預計</a:t>
                      </a:r>
                      <a: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/>
                      </a:r>
                      <a:br>
                        <a:rPr lang="en-US" altLang="zh-TW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完成時間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本週工作項目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下週工作項目</a:t>
                      </a: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效益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負責人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FAU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驗證程式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王孟坤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/>
                      </a:r>
                      <a:br>
                        <a:rPr lang="en-US" altLang="zh-TW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特助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2026/07/24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2026/08/14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strike="noStrike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Wingdings" pitchFamily="2" charset="2"/>
                        </a:rPr>
                        <a:t>主功能結束</a:t>
                      </a: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不規則載台的判斷</a:t>
                      </a:r>
                      <a:r>
                        <a:rPr lang="en-US" altLang="zh-TW" sz="120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zh-TW" altLang="en-US" sz="1200" smtClean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設定。</a:t>
                      </a: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節省重覆計算時間</a:t>
                      </a: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避免人工計算錯誤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吳仁中</a:t>
                      </a: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91510">
                <a:tc>
                  <a:txBody>
                    <a:bodyPr/>
                    <a:lstStyle/>
                    <a:p>
                      <a:pPr algn="ctr"/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46177">
                <a:tc>
                  <a:txBody>
                    <a:bodyPr/>
                    <a:lstStyle/>
                    <a:p>
                      <a:pPr algn="ctr"/>
                      <a:endParaRPr lang="zh-TW" altLang="en-US" sz="14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1200" b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strike="noStrike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b="0" kern="12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動作按鈕: 下一項 8">
            <a:hlinkClick r:id="rId2" action="ppaction://hlinksldjump" highlightClick="1"/>
          </p:cNvPr>
          <p:cNvSpPr/>
          <p:nvPr/>
        </p:nvSpPr>
        <p:spPr bwMode="auto">
          <a:xfrm>
            <a:off x="1219200" y="2971800"/>
            <a:ext cx="228600" cy="2286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93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1292229" y="2279650"/>
            <a:ext cx="6480175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標楷體" pitchFamily="65" charset="-120"/>
                <a:cs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報告完畢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感謝指教</a:t>
            </a:r>
          </a:p>
        </p:txBody>
      </p:sp>
    </p:spTree>
    <p:extLst>
      <p:ext uri="{BB962C8B-B14F-4D97-AF65-F5344CB8AC3E}">
        <p14:creationId xmlns:p14="http://schemas.microsoft.com/office/powerpoint/2010/main" val="265698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3339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設定檔管理功能調整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2050" name="Picture 2" descr="D:\專案\PHC 測高計數據收集\20261020\Snipaste_2026-10-20_11-23-2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28700"/>
            <a:ext cx="2257425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:\專案\PHC 測高計數據收集\20261020\Snipaste_2026-10-20_13-14-1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6200"/>
            <a:ext cx="3271437" cy="267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D:\專案\PHC 測高計數據收集\20261020\Snipaste_2026-10-20_11-41-5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971925"/>
            <a:ext cx="3048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D:\專案\PHC 測高計數據收集\20261020\Snipaste_2026-10-20_11-48-36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829050"/>
            <a:ext cx="3048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3">
            <a:extLst>
              <a:ext uri="{FF2B5EF4-FFF2-40B4-BE49-F238E27FC236}">
                <a16:creationId xmlns="" xmlns:a16="http://schemas.microsoft.com/office/drawing/2014/main" id="{98EE15C5-F04D-B3A6-7330-2BEEED39C796}"/>
              </a:ext>
            </a:extLst>
          </p:cNvPr>
          <p:cNvSpPr txBox="1">
            <a:spLocks/>
          </p:cNvSpPr>
          <p:nvPr/>
        </p:nvSpPr>
        <p:spPr>
          <a:xfrm>
            <a:off x="2988045" y="1162050"/>
            <a:ext cx="1499591" cy="6096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 algn="ctr">
              <a:lnSpc>
                <a:spcPts val="3000"/>
              </a:lnSpc>
              <a:buClrTx/>
              <a:buNone/>
            </a:pPr>
            <a:r>
              <a:rPr lang="zh-TW" altLang="en-US" sz="2000" b="0" kern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需要登入</a:t>
            </a:r>
            <a:endParaRPr lang="en-US" altLang="zh-TW" sz="2000" b="0" kern="0" smtClean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" name="直線單箭頭接點 5"/>
          <p:cNvCxnSpPr>
            <a:stCxn id="15" idx="1"/>
            <a:endCxn id="2050" idx="3"/>
          </p:cNvCxnSpPr>
          <p:nvPr/>
        </p:nvCxnSpPr>
        <p:spPr bwMode="auto">
          <a:xfrm flipH="1">
            <a:off x="2562225" y="1466850"/>
            <a:ext cx="425820" cy="762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98EE15C5-F04D-B3A6-7330-2BEEED39C796}"/>
              </a:ext>
            </a:extLst>
          </p:cNvPr>
          <p:cNvSpPr txBox="1">
            <a:spLocks/>
          </p:cNvSpPr>
          <p:nvPr/>
        </p:nvSpPr>
        <p:spPr>
          <a:xfrm>
            <a:off x="1295400" y="2895600"/>
            <a:ext cx="1752600" cy="4572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 algn="ctr">
              <a:lnSpc>
                <a:spcPts val="3000"/>
              </a:lnSpc>
              <a:buClrTx/>
              <a:buNone/>
            </a:pPr>
            <a:r>
              <a:rPr lang="zh-TW" altLang="en-US" sz="20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原本的對話框</a:t>
            </a:r>
            <a:endParaRPr lang="en-US" altLang="zh-TW" sz="2000" b="0" kern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="" xmlns:a16="http://schemas.microsoft.com/office/drawing/2014/main" id="{98EE15C5-F04D-B3A6-7330-2BEEED39C796}"/>
              </a:ext>
            </a:extLst>
          </p:cNvPr>
          <p:cNvSpPr txBox="1">
            <a:spLocks/>
          </p:cNvSpPr>
          <p:nvPr/>
        </p:nvSpPr>
        <p:spPr>
          <a:xfrm>
            <a:off x="4495800" y="2895600"/>
            <a:ext cx="1752600" cy="4572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 algn="ctr">
              <a:lnSpc>
                <a:spcPts val="3000"/>
              </a:lnSpc>
              <a:buClrTx/>
              <a:buNone/>
            </a:pPr>
            <a:r>
              <a:rPr lang="zh-TW" altLang="en-US" sz="20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新的對話框</a:t>
            </a:r>
            <a:endParaRPr lang="en-US" altLang="zh-TW" sz="2000" b="0" kern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3" name="直線單箭頭接點 22"/>
          <p:cNvCxnSpPr>
            <a:stCxn id="21" idx="2"/>
            <a:endCxn id="2056" idx="0"/>
          </p:cNvCxnSpPr>
          <p:nvPr/>
        </p:nvCxnSpPr>
        <p:spPr bwMode="auto">
          <a:xfrm flipH="1">
            <a:off x="2016719" y="3352800"/>
            <a:ext cx="154981" cy="5334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stCxn id="22" idx="2"/>
            <a:endCxn id="14" idx="0"/>
          </p:cNvCxnSpPr>
          <p:nvPr/>
        </p:nvCxnSpPr>
        <p:spPr bwMode="auto">
          <a:xfrm>
            <a:off x="5372100" y="3352800"/>
            <a:ext cx="114300" cy="47625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709314"/>
            <a:ext cx="3133725" cy="1485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75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1D20F4C-2A3A-C32C-2970-E2A5C43A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>
            <a:extLst>
              <a:ext uri="{FF2B5EF4-FFF2-40B4-BE49-F238E27FC236}">
                <a16:creationId xmlns="" xmlns:a16="http://schemas.microsoft.com/office/drawing/2014/main" id="{98EE15C5-F04D-B3A6-7330-2BEEED39C796}"/>
              </a:ext>
            </a:extLst>
          </p:cNvPr>
          <p:cNvSpPr txBox="1">
            <a:spLocks/>
          </p:cNvSpPr>
          <p:nvPr/>
        </p:nvSpPr>
        <p:spPr>
          <a:xfrm>
            <a:off x="450979" y="1131094"/>
            <a:ext cx="2438400" cy="12954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>
              <a:lnSpc>
                <a:spcPts val="3000"/>
              </a:lnSpc>
              <a:buClrTx/>
              <a:buNone/>
            </a:pPr>
            <a:r>
              <a:rPr lang="zh-TW" altLang="en-US" sz="20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校正後，一段間內未量測，會自動切回待校正狀態。</a:t>
            </a:r>
            <a:endParaRPr lang="en-US" altLang="zh-TW" sz="2000" b="0" kern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="" xmlns:a16="http://schemas.microsoft.com/office/drawing/2014/main" id="{98EE15C5-F04D-B3A6-7330-2BEEED39C796}"/>
              </a:ext>
            </a:extLst>
          </p:cNvPr>
          <p:cNvSpPr txBox="1">
            <a:spLocks/>
          </p:cNvSpPr>
          <p:nvPr/>
        </p:nvSpPr>
        <p:spPr>
          <a:xfrm>
            <a:off x="450979" y="2426494"/>
            <a:ext cx="2438400" cy="5334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>
              <a:lnSpc>
                <a:spcPts val="3000"/>
              </a:lnSpc>
              <a:buClrTx/>
              <a:buNone/>
            </a:pPr>
            <a:r>
              <a:rPr lang="zh-TW" altLang="en-US" sz="20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預設是 </a:t>
            </a:r>
            <a:r>
              <a:rPr lang="en-US" altLang="zh-TW" sz="20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2 </a:t>
            </a:r>
            <a:r>
              <a:rPr lang="zh-TW" altLang="en-US" sz="20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小時。</a:t>
            </a:r>
            <a:endParaRPr lang="en-US" altLang="zh-TW" sz="2000" b="0" kern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20261020_112109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5400000">
            <a:off x="3276600" y="1131094"/>
            <a:ext cx="5503068" cy="5503068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2723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重新校正的要求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="" xmlns:a16="http://schemas.microsoft.com/office/drawing/2014/main" id="{98EE15C5-F04D-B3A6-7330-2BEEED39C796}"/>
              </a:ext>
            </a:extLst>
          </p:cNvPr>
          <p:cNvSpPr txBox="1">
            <a:spLocks/>
          </p:cNvSpPr>
          <p:nvPr/>
        </p:nvSpPr>
        <p:spPr>
          <a:xfrm>
            <a:off x="524068" y="4743450"/>
            <a:ext cx="2292221" cy="19097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b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>
              <a:lnSpc>
                <a:spcPts val="2000"/>
              </a:lnSpc>
              <a:spcBef>
                <a:spcPts val="600"/>
              </a:spcBef>
              <a:buClrTx/>
              <a:buNone/>
            </a:pPr>
            <a:r>
              <a:rPr lang="zh-TW" altLang="en-US" sz="18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影片中的示範，計時器設定為</a:t>
            </a:r>
            <a:r>
              <a:rPr lang="en-US" altLang="zh-TW" sz="18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15</a:t>
            </a:r>
            <a:r>
              <a:rPr lang="zh-TW" altLang="en-US" sz="18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秒。</a:t>
            </a:r>
            <a:endParaRPr lang="en-US" altLang="zh-TW" sz="1800" b="0" kern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ts val="2000"/>
              </a:lnSpc>
              <a:spcBef>
                <a:spcPts val="600"/>
              </a:spcBef>
              <a:buClrTx/>
              <a:buNone/>
            </a:pPr>
            <a:r>
              <a:rPr lang="zh-TW" altLang="en-US" sz="18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第一次計時在</a:t>
            </a:r>
            <a:r>
              <a:rPr lang="en-US" altLang="zh-TW" sz="18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  <a:r>
              <a:rPr lang="zh-TW" altLang="en-US" sz="18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秒。</a:t>
            </a:r>
            <a:endParaRPr lang="en-US" altLang="zh-TW" sz="1800" b="0" kern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ts val="2000"/>
              </a:lnSpc>
              <a:spcBef>
                <a:spcPts val="600"/>
              </a:spcBef>
              <a:buClrTx/>
              <a:buNone/>
            </a:pPr>
            <a:r>
              <a:rPr lang="zh-TW" altLang="en-US" sz="18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第二次計時從</a:t>
            </a:r>
            <a:r>
              <a:rPr lang="en-US" altLang="zh-TW" sz="18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21~36</a:t>
            </a:r>
            <a:r>
              <a:rPr lang="zh-TW" altLang="en-US" sz="18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秒。</a:t>
            </a:r>
            <a:endParaRPr lang="en-US" altLang="zh-TW" sz="1800" b="0" kern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 Placeholder 3">
            <a:extLst>
              <a:ext uri="{FF2B5EF4-FFF2-40B4-BE49-F238E27FC236}">
                <a16:creationId xmlns="" xmlns:a16="http://schemas.microsoft.com/office/drawing/2014/main" id="{98EE15C5-F04D-B3A6-7330-2BEEED39C796}"/>
              </a:ext>
            </a:extLst>
          </p:cNvPr>
          <p:cNvSpPr txBox="1">
            <a:spLocks/>
          </p:cNvSpPr>
          <p:nvPr/>
        </p:nvSpPr>
        <p:spPr>
          <a:xfrm>
            <a:off x="450979" y="2967038"/>
            <a:ext cx="2438400" cy="12954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>
              <a:lnSpc>
                <a:spcPts val="3000"/>
              </a:lnSpc>
              <a:buClrTx/>
              <a:buNone/>
            </a:pPr>
            <a:r>
              <a:rPr lang="zh-TW" altLang="en-US" sz="20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重新計時規則：</a:t>
            </a:r>
            <a:endParaRPr lang="en-US" altLang="zh-TW" sz="2000" b="0" kern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80975" indent="-180975">
              <a:lnSpc>
                <a:spcPts val="24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兩個校正完成。</a:t>
            </a:r>
            <a:endParaRPr lang="en-US" altLang="zh-TW" sz="2000" b="0" kern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80975" indent="-180975">
              <a:lnSpc>
                <a:spcPts val="24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l"/>
            </a:pPr>
            <a:r>
              <a:rPr lang="zh-TW" altLang="en-US" sz="2000" b="0" kern="0" smtClean="0">
                <a:latin typeface="Segoe UI" panose="020B0502040204020203" pitchFamily="34" charset="0"/>
                <a:cs typeface="Segoe UI" panose="020B0502040204020203" pitchFamily="34" charset="0"/>
              </a:rPr>
              <a:t>量測動作完成。</a:t>
            </a:r>
            <a:endParaRPr lang="en-US" altLang="zh-TW" sz="2000" b="0" kern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35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2E914DD-785C-1FEB-25DB-C642D10F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733A4835-4400-8161-9F80-8884D0C4CE87}"/>
              </a:ext>
            </a:extLst>
          </p:cNvPr>
          <p:cNvSpPr txBox="1"/>
          <p:nvPr/>
        </p:nvSpPr>
        <p:spPr>
          <a:xfrm>
            <a:off x="403354" y="380999"/>
            <a:ext cx="5803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en-US" altLang="zh-TW" sz="240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CSV</a:t>
            </a:r>
            <a:r>
              <a:rPr lang="zh-TW" altLang="en-US" sz="240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檔紀錄：原值量測值及補償後的值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8" name="動作按鈕: 下一項 17">
            <a:hlinkClick r:id="rId2" action="ppaction://hlinksldjump" highlightClick="1"/>
          </p:cNvPr>
          <p:cNvSpPr/>
          <p:nvPr/>
        </p:nvSpPr>
        <p:spPr bwMode="auto">
          <a:xfrm>
            <a:off x="8744757" y="6489600"/>
            <a:ext cx="323043" cy="2922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2" name="摺角紙張 1">
            <a:hlinkClick r:id="rId3" action="ppaction://hlinkpres?slideindex=1&amp;slidetitle="/>
          </p:cNvPr>
          <p:cNvSpPr/>
          <p:nvPr/>
        </p:nvSpPr>
        <p:spPr bwMode="auto">
          <a:xfrm>
            <a:off x="152400" y="6400800"/>
            <a:ext cx="609600" cy="279300"/>
          </a:xfrm>
          <a:prstGeom prst="foldedCorner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Arial" charset="0"/>
              </a:rPr>
              <a:t>手冊</a:t>
            </a:r>
            <a:endParaRPr kumimoji="1" lang="zh-TW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Arial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9" y="1752600"/>
            <a:ext cx="9123363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 bwMode="auto">
          <a:xfrm>
            <a:off x="5562600" y="2133601"/>
            <a:ext cx="1752600" cy="282574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315200" y="2133600"/>
            <a:ext cx="1752600" cy="282574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cxnSp>
        <p:nvCxnSpPr>
          <p:cNvPr id="8" name="直線單箭頭接點 7"/>
          <p:cNvCxnSpPr>
            <a:stCxn id="9" idx="0"/>
            <a:endCxn id="7" idx="2"/>
          </p:cNvCxnSpPr>
          <p:nvPr/>
        </p:nvCxnSpPr>
        <p:spPr bwMode="auto">
          <a:xfrm flipV="1">
            <a:off x="8101125" y="2416174"/>
            <a:ext cx="90375" cy="66040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4" idx="0"/>
            <a:endCxn id="3" idx="2"/>
          </p:cNvCxnSpPr>
          <p:nvPr/>
        </p:nvCxnSpPr>
        <p:spPr bwMode="auto">
          <a:xfrm flipV="1">
            <a:off x="6148275" y="2416175"/>
            <a:ext cx="290625" cy="66040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文字方塊 3"/>
          <p:cNvSpPr txBox="1"/>
          <p:nvPr/>
        </p:nvSpPr>
        <p:spPr>
          <a:xfrm>
            <a:off x="5286150" y="3076575"/>
            <a:ext cx="1724250" cy="5333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TW" altLang="en-US" sz="1800" b="0" smtClean="0">
                <a:latin typeface="標楷體" panose="03000509000000000000" pitchFamily="65" charset="-120"/>
                <a:ea typeface="標楷體" panose="03000509000000000000" pitchFamily="65" charset="-120"/>
              </a:rPr>
              <a:t>補償後量測值</a:t>
            </a: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239000" y="3076574"/>
            <a:ext cx="1724250" cy="5333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TW" altLang="en-US" sz="1800" b="0" smtClean="0">
                <a:latin typeface="標楷體" panose="03000509000000000000" pitchFamily="65" charset="-120"/>
                <a:ea typeface="標楷體" panose="03000509000000000000" pitchFamily="65" charset="-120"/>
              </a:rPr>
              <a:t>原始量測值</a:t>
            </a: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626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2E914DD-785C-1FEB-25DB-C642D10F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733A4835-4400-8161-9F80-8884D0C4CE87}"/>
              </a:ext>
            </a:extLst>
          </p:cNvPr>
          <p:cNvSpPr txBox="1"/>
          <p:nvPr/>
        </p:nvSpPr>
        <p:spPr>
          <a:xfrm>
            <a:off x="403354" y="380999"/>
            <a:ext cx="2410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en-US" altLang="zh-TW" sz="240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FAU</a:t>
            </a:r>
            <a:r>
              <a:rPr lang="zh-TW" altLang="en-US" sz="240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計算程式</a:t>
            </a:r>
            <a:endParaRPr lang="en-US" altLang="zh-TW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" name="動作按鈕: 下一項 6">
            <a:hlinkClick r:id="rId2" action="ppaction://hlinksldjump" highlightClick="1"/>
          </p:cNvPr>
          <p:cNvSpPr/>
          <p:nvPr/>
        </p:nvSpPr>
        <p:spPr bwMode="auto">
          <a:xfrm>
            <a:off x="8744757" y="6489600"/>
            <a:ext cx="323043" cy="2922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pic>
        <p:nvPicPr>
          <p:cNvPr id="3074" name="Picture 2" descr="D:\Projects\Apps\Calin.FAU\Sample\76CH_不規則載體\ScottPlo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7" y="730200"/>
            <a:ext cx="9026987" cy="593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 bwMode="auto">
          <a:xfrm>
            <a:off x="1924050" y="2190750"/>
            <a:ext cx="1752600" cy="1752600"/>
          </a:xfrm>
          <a:prstGeom prst="rect">
            <a:avLst/>
          </a:prstGeom>
          <a:solidFill>
            <a:srgbClr val="FF0000">
              <a:alpha val="10196"/>
            </a:srgbClr>
          </a:solidFill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172075" y="3200400"/>
            <a:ext cx="1752600" cy="1752600"/>
          </a:xfrm>
          <a:prstGeom prst="rect">
            <a:avLst/>
          </a:prstGeom>
          <a:solidFill>
            <a:srgbClr val="FF0000">
              <a:alpha val="10196"/>
            </a:srgbClr>
          </a:solidFill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cxnSp>
        <p:nvCxnSpPr>
          <p:cNvPr id="15" name="直線單箭頭接點 14"/>
          <p:cNvCxnSpPr>
            <a:stCxn id="10" idx="1"/>
            <a:endCxn id="11" idx="0"/>
          </p:cNvCxnSpPr>
          <p:nvPr/>
        </p:nvCxnSpPr>
        <p:spPr bwMode="auto">
          <a:xfrm flipH="1">
            <a:off x="2800350" y="1327666"/>
            <a:ext cx="1771650" cy="863084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0" idx="2"/>
            <a:endCxn id="17" idx="0"/>
          </p:cNvCxnSpPr>
          <p:nvPr/>
        </p:nvCxnSpPr>
        <p:spPr bwMode="auto">
          <a:xfrm>
            <a:off x="5257800" y="1512332"/>
            <a:ext cx="790575" cy="1688068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4572000" y="1143000"/>
            <a:ext cx="1371600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TW" altLang="en-US" sz="1800" b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不取的圓</a:t>
            </a:r>
            <a:endParaRPr lang="zh-TW" altLang="en-US" sz="1800" b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753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xel">
      <a:majorFont>
        <a:latin typeface="Arial"/>
        <a:ea typeface="標楷體"/>
        <a:cs typeface="Arial"/>
      </a:majorFont>
      <a:minorFont>
        <a:latin typeface="Arial"/>
        <a:ea typeface="標楷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155032</TotalTime>
  <Words>307</Words>
  <Application>Microsoft Office PowerPoint</Application>
  <PresentationFormat>如螢幕大小 (4:3)</PresentationFormat>
  <Paragraphs>98</Paragraphs>
  <Slides>8</Slides>
  <Notes>1</Notes>
  <HiddenSlides>0</HiddenSlides>
  <MMClips>1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0" baseType="lpstr">
      <vt:lpstr>Pixel</vt:lpstr>
      <vt:lpstr>Photo Editor 影像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台和全球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mlee</dc:creator>
  <cp:lastModifiedBy>Raphael.wu(吳仁中)</cp:lastModifiedBy>
  <cp:revision>11108</cp:revision>
  <cp:lastPrinted>2019-02-20T00:08:27Z</cp:lastPrinted>
  <dcterms:created xsi:type="dcterms:W3CDTF">2003-08-13T01:23:13Z</dcterms:created>
  <dcterms:modified xsi:type="dcterms:W3CDTF">2026-10-20T06:41:53Z</dcterms:modified>
</cp:coreProperties>
</file>